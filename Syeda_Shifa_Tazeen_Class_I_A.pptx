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83" r:id="rId3"/>
    <p:sldId id="259" r:id="rId4"/>
    <p:sldId id="284" r:id="rId5"/>
    <p:sldId id="285" r:id="rId6"/>
    <p:sldId id="286" r:id="rId7"/>
    <p:sldId id="28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3374D542-6E3E-455F-9BFB-B45891911720}">
          <p14:sldIdLst>
            <p14:sldId id="256"/>
          </p14:sldIdLst>
        </p14:section>
        <p14:section name="Search for 3D Models" id="{6844172C-9703-4DC7-908A-C23538616A3C}">
          <p14:sldIdLst>
            <p14:sldId id="283"/>
            <p14:sldId id="259"/>
            <p14:sldId id="284"/>
            <p14:sldId id="285"/>
            <p14:sldId id="286"/>
            <p14:sldId id="287"/>
          </p14:sldIdLst>
        </p14:section>
        <p14:section name="Insert a 3D Model from a File" id="{66737F24-1C36-4DF4-A00F-927A3F1468AC}">
          <p14:sldIdLst/>
        </p14:section>
        <p14:section name="Position and Rotate Your 3D Model" id="{A08F0015-E7F5-4E26-BBAF-AEE4F9A16AD2}">
          <p14:sldIdLst/>
        </p14:section>
        <p14:section name="Animate Your 3D Model" id="{B62868DA-F525-4AC5-9E3E-39ECA0154BBD}">
          <p14:sldIdLst/>
        </p14:section>
        <p14:section name="Learn More" id="{62756D7E-964E-493A-83A1-13BC0B6B5E4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598" autoAdjust="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 ashfaq" userId="b947d823dc6420c0" providerId="LiveId" clId="{442621D9-A8A9-4BA9-9DBD-746EACA08945}"/>
    <pc:docChg chg="addSld delSld modSection">
      <pc:chgData name="syed ashfaq" userId="b947d823dc6420c0" providerId="LiveId" clId="{442621D9-A8A9-4BA9-9DBD-746EACA08945}" dt="2025-11-01T03:54:03.951" v="6" actId="47"/>
      <pc:docMkLst>
        <pc:docMk/>
      </pc:docMkLst>
      <pc:sldChg chg="del">
        <pc:chgData name="syed ashfaq" userId="b947d823dc6420c0" providerId="LiveId" clId="{442621D9-A8A9-4BA9-9DBD-746EACA08945}" dt="2025-11-01T03:24:02.654" v="4" actId="47"/>
        <pc:sldMkLst>
          <pc:docMk/>
          <pc:sldMk cId="3855108150" sldId="257"/>
        </pc:sldMkLst>
      </pc:sldChg>
      <pc:sldChg chg="new del">
        <pc:chgData name="syed ashfaq" userId="b947d823dc6420c0" providerId="LiveId" clId="{442621D9-A8A9-4BA9-9DBD-746EACA08945}" dt="2025-11-01T03:54:02.137" v="5" actId="47"/>
        <pc:sldMkLst>
          <pc:docMk/>
          <pc:sldMk cId="1530618052" sldId="288"/>
        </pc:sldMkLst>
      </pc:sldChg>
      <pc:sldChg chg="new del">
        <pc:chgData name="syed ashfaq" userId="b947d823dc6420c0" providerId="LiveId" clId="{442621D9-A8A9-4BA9-9DBD-746EACA08945}" dt="2025-11-01T03:54:03.951" v="6" actId="47"/>
        <pc:sldMkLst>
          <pc:docMk/>
          <pc:sldMk cId="4057083762" sldId="289"/>
        </pc:sldMkLst>
      </pc:sldChg>
      <pc:sldChg chg="new del">
        <pc:chgData name="syed ashfaq" userId="b947d823dc6420c0" providerId="LiveId" clId="{442621D9-A8A9-4BA9-9DBD-746EACA08945}" dt="2025-11-01T03:24:02.113" v="3" actId="47"/>
        <pc:sldMkLst>
          <pc:docMk/>
          <pc:sldMk cId="3210522115" sldId="29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3FCC2-4E7A-4671-AA79-177CB194E44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1C38D-F26D-4167-83EF-8774BC62D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50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09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228600" lvl="0" indent="-228600">
              <a:lnSpc>
                <a:spcPct val="150000"/>
              </a:lnSpc>
              <a:spcAft>
                <a:spcPts val="1200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342899" y="4546601"/>
            <a:ext cx="11715751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4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034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46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 algn="l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37" y="1507068"/>
            <a:ext cx="7143905" cy="4669896"/>
          </a:xfrm>
        </p:spPr>
        <p:txBody>
          <a:bodyPr anchor="ctr"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944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82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815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3501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67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E560-77BF-4D1A-B6E7-CD55CE12B1B8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51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2" r:id="rId4"/>
    <p:sldLayoutId id="2147483660" r:id="rId5"/>
    <p:sldLayoutId id="2147483662" r:id="rId6"/>
    <p:sldLayoutId id="2147483661" r:id="rId7"/>
    <p:sldLayoutId id="214748365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F8D61-9318-4DC8-A868-2B1BFDD2B2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Computer Devices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322DE6-C2BE-4B53-BC28-C43EBD0052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VIP Internation School, Tolichowki</a:t>
            </a:r>
            <a:br>
              <a:rPr lang="en-US" dirty="0"/>
            </a:br>
            <a:r>
              <a:rPr lang="en-US" dirty="0"/>
              <a:t>Hyderabad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6FA85D-3B0A-4E0C-B8AC-042993910A93}"/>
              </a:ext>
            </a:extLst>
          </p:cNvPr>
          <p:cNvSpPr txBox="1">
            <a:spLocks/>
          </p:cNvSpPr>
          <p:nvPr/>
        </p:nvSpPr>
        <p:spPr>
          <a:xfrm>
            <a:off x="8077762" y="5255593"/>
            <a:ext cx="2447364" cy="49523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pPr>
              <a:spcBef>
                <a:spcPts val="1000"/>
              </a:spcBef>
            </a:pPr>
            <a:endParaRPr lang="en-US" sz="1800" dirty="0">
              <a:solidFill>
                <a:schemeClr val="bg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FE0F52F-ADF1-4011-A51B-92383D0AB7F8}"/>
              </a:ext>
            </a:extLst>
          </p:cNvPr>
          <p:cNvSpPr txBox="1">
            <a:spLocks/>
          </p:cNvSpPr>
          <p:nvPr/>
        </p:nvSpPr>
        <p:spPr>
          <a:xfrm>
            <a:off x="1524000" y="5643034"/>
            <a:ext cx="3760738" cy="10205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u="sng" dirty="0"/>
              <a:t>Syeda SHIFA Tazeen</a:t>
            </a:r>
          </a:p>
        </p:txBody>
      </p:sp>
    </p:spTree>
    <p:extLst>
      <p:ext uri="{BB962C8B-B14F-4D97-AF65-F5344CB8AC3E}">
        <p14:creationId xmlns:p14="http://schemas.microsoft.com/office/powerpoint/2010/main" val="2997580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824E9-120C-43C7-0CD4-EFA1AF6F1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F39DE-5AC1-8960-B498-1126E05B6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Output Devices</a:t>
            </a:r>
          </a:p>
        </p:txBody>
      </p:sp>
      <p:sp>
        <p:nvSpPr>
          <p:cNvPr id="4" name="Text Placeholder 5" descr="2D Slides">
            <a:extLst>
              <a:ext uri="{FF2B5EF4-FFF2-40B4-BE49-F238E27FC236}">
                <a16:creationId xmlns:a16="http://schemas.microsoft.com/office/drawing/2014/main" id="{0A31F917-9C53-D39C-2B8C-867897DB64DE}"/>
              </a:ext>
            </a:extLst>
          </p:cNvPr>
          <p:cNvSpPr txBox="1">
            <a:spLocks/>
          </p:cNvSpPr>
          <p:nvPr/>
        </p:nvSpPr>
        <p:spPr>
          <a:xfrm>
            <a:off x="1382178" y="1452563"/>
            <a:ext cx="3475038" cy="3651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latin typeface="+mj-lt"/>
                <a:ea typeface="+mj-ea"/>
                <a:cs typeface="+mj-cs"/>
              </a:rPr>
              <a:t>Help Computer talk back to 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7C2FF7-76E5-C8D3-F843-292B4A984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507" y="1894290"/>
            <a:ext cx="5226319" cy="451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894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83D2B2-24CC-41A1-8AC3-EDF2DA2C3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Storage Devices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512B91E-CBE2-F72F-2F80-ACED85864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051" y="1497428"/>
            <a:ext cx="7734698" cy="438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439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890AA-025F-57B0-72BC-540F6C06A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2920-0D2D-C852-6BB0-CA2BD224D0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Sounds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85385D-C56E-E597-0317-934D0BD4F6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Loud Sounds &amp; Quite Sounds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E075E75-F52A-9D1F-A57B-9D627ED56400}"/>
              </a:ext>
            </a:extLst>
          </p:cNvPr>
          <p:cNvSpPr txBox="1">
            <a:spLocks/>
          </p:cNvSpPr>
          <p:nvPr/>
        </p:nvSpPr>
        <p:spPr>
          <a:xfrm>
            <a:off x="8077762" y="5255593"/>
            <a:ext cx="2447364" cy="49523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pPr>
              <a:spcBef>
                <a:spcPts val="1000"/>
              </a:spcBef>
            </a:pPr>
            <a:endParaRPr lang="en-US" sz="1800" dirty="0">
              <a:solidFill>
                <a:schemeClr val="bg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3746231-911B-62A9-7766-D44CF07877B5}"/>
              </a:ext>
            </a:extLst>
          </p:cNvPr>
          <p:cNvSpPr txBox="1">
            <a:spLocks/>
          </p:cNvSpPr>
          <p:nvPr/>
        </p:nvSpPr>
        <p:spPr>
          <a:xfrm>
            <a:off x="1524000" y="5643034"/>
            <a:ext cx="3760738" cy="10205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u="sng" dirty="0"/>
              <a:t>Syeda SHIFA Tazeen</a:t>
            </a:r>
          </a:p>
        </p:txBody>
      </p:sp>
    </p:spTree>
    <p:extLst>
      <p:ext uri="{BB962C8B-B14F-4D97-AF65-F5344CB8AC3E}">
        <p14:creationId xmlns:p14="http://schemas.microsoft.com/office/powerpoint/2010/main" val="1764454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36DDD-6972-3B6C-9399-60A523FAA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803E0-A977-A628-178D-4AF191BF0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Loud Sounds</a:t>
            </a:r>
          </a:p>
        </p:txBody>
      </p:sp>
      <p:sp>
        <p:nvSpPr>
          <p:cNvPr id="4" name="Text Placeholder 5" descr="2D Slides">
            <a:extLst>
              <a:ext uri="{FF2B5EF4-FFF2-40B4-BE49-F238E27FC236}">
                <a16:creationId xmlns:a16="http://schemas.microsoft.com/office/drawing/2014/main" id="{AB941075-393A-E8AC-D7E8-AF50902549A8}"/>
              </a:ext>
            </a:extLst>
          </p:cNvPr>
          <p:cNvSpPr txBox="1">
            <a:spLocks/>
          </p:cNvSpPr>
          <p:nvPr/>
        </p:nvSpPr>
        <p:spPr>
          <a:xfrm>
            <a:off x="1382178" y="1452563"/>
            <a:ext cx="3475038" cy="3651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dirty="0">
                <a:latin typeface="+mj-lt"/>
                <a:ea typeface="+mj-ea"/>
                <a:cs typeface="+mj-cs"/>
              </a:rPr>
              <a:t>Big and Noisy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143AF6-4FF4-E4C4-2CDF-B70B673BA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415" y="2073859"/>
            <a:ext cx="2699852" cy="20791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6A42CB-5FB9-FEEC-1DF6-450D35EC5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620" y="1817688"/>
            <a:ext cx="5067560" cy="24067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9903EE-3F62-BB97-2181-6422616874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5440" y="4333264"/>
            <a:ext cx="5067560" cy="220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478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27C69-B2C7-E4EA-3961-F44178C08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92601-9D03-E1A4-2389-AA0BBEE6E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Quiet Sound</a:t>
            </a:r>
          </a:p>
        </p:txBody>
      </p:sp>
      <p:sp>
        <p:nvSpPr>
          <p:cNvPr id="4" name="Text Placeholder 5" descr="2D Slides">
            <a:extLst>
              <a:ext uri="{FF2B5EF4-FFF2-40B4-BE49-F238E27FC236}">
                <a16:creationId xmlns:a16="http://schemas.microsoft.com/office/drawing/2014/main" id="{2A5F80E4-1FBE-D088-9B25-CB148009F6FF}"/>
              </a:ext>
            </a:extLst>
          </p:cNvPr>
          <p:cNvSpPr txBox="1">
            <a:spLocks/>
          </p:cNvSpPr>
          <p:nvPr/>
        </p:nvSpPr>
        <p:spPr>
          <a:xfrm>
            <a:off x="1382178" y="1452563"/>
            <a:ext cx="3475038" cy="3651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dirty="0">
                <a:latin typeface="+mj-lt"/>
                <a:ea typeface="+mj-ea"/>
                <a:cs typeface="+mj-cs"/>
              </a:rPr>
              <a:t>Soft and Gentle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7FA4AA-745D-8781-DF74-5198E1612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43" y="2002301"/>
            <a:ext cx="1911448" cy="2514729"/>
          </a:xfrm>
          <a:prstGeom prst="rect">
            <a:avLst/>
          </a:prstGeom>
        </p:spPr>
      </p:pic>
      <p:pic>
        <p:nvPicPr>
          <p:cNvPr id="3074" name="Picture 2" descr="QXA598B Large Brown Case Clock With Quiet Sweep">
            <a:extLst>
              <a:ext uri="{FF2B5EF4-FFF2-40B4-BE49-F238E27FC236}">
                <a16:creationId xmlns:a16="http://schemas.microsoft.com/office/drawing/2014/main" id="{25A111E2-5754-FEDA-884C-C80E22CDB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0666" y="2073860"/>
            <a:ext cx="2747164" cy="2747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Woman whispering into someone ear telling her something secret. | Premium  Vector">
            <a:extLst>
              <a:ext uri="{FF2B5EF4-FFF2-40B4-BE49-F238E27FC236}">
                <a16:creationId xmlns:a16="http://schemas.microsoft.com/office/drawing/2014/main" id="{9D450E0A-D8A5-B1B4-3887-735506706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7124" y="1516591"/>
            <a:ext cx="4334933" cy="4334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7716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87C3C-D8BC-79C9-0E6F-9285F720F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81820-6BEA-8554-888D-636A39E28A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75EB7B9-F3E2-776F-8580-7AE5A8B75063}"/>
              </a:ext>
            </a:extLst>
          </p:cNvPr>
          <p:cNvSpPr txBox="1">
            <a:spLocks/>
          </p:cNvSpPr>
          <p:nvPr/>
        </p:nvSpPr>
        <p:spPr>
          <a:xfrm>
            <a:off x="8077762" y="5255593"/>
            <a:ext cx="2447364" cy="49523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pPr>
              <a:spcBef>
                <a:spcPts val="1000"/>
              </a:spcBef>
            </a:pPr>
            <a:endParaRPr lang="en-US" sz="1800" dirty="0">
              <a:solidFill>
                <a:schemeClr val="bg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739B2FE-3A21-45A5-F799-CEBF3287ED81}"/>
              </a:ext>
            </a:extLst>
          </p:cNvPr>
          <p:cNvSpPr txBox="1">
            <a:spLocks/>
          </p:cNvSpPr>
          <p:nvPr/>
        </p:nvSpPr>
        <p:spPr>
          <a:xfrm>
            <a:off x="1523999" y="5643034"/>
            <a:ext cx="8263468" cy="10205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u="sng" dirty="0"/>
              <a:t>Syeda SHIFA Tazeen </a:t>
            </a:r>
            <a:r>
              <a:rPr lang="bo-CN" sz="4000" dirty="0"/>
              <a:t>‧₊˚❀༉‧₊˚.</a:t>
            </a:r>
            <a:endParaRPr lang="en-US" sz="2800" b="1" u="sng" dirty="0"/>
          </a:p>
        </p:txBody>
      </p:sp>
    </p:spTree>
    <p:extLst>
      <p:ext uri="{BB962C8B-B14F-4D97-AF65-F5344CB8AC3E}">
        <p14:creationId xmlns:p14="http://schemas.microsoft.com/office/powerpoint/2010/main" val="1309562875"/>
      </p:ext>
    </p:extLst>
  </p:cSld>
  <p:clrMapOvr>
    <a:masterClrMapping/>
  </p:clrMapOvr>
</p:sld>
</file>

<file path=ppt/theme/theme1.xml><?xml version="1.0" encoding="utf-8"?>
<a:theme xmlns:a="http://schemas.openxmlformats.org/drawingml/2006/main" name="Get Started with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f16411177_win32_fixed.potx" id="{2BE36628-40A7-4124-9B03-283680FDB08B}" vid="{1F788C18-5B90-4886-BC26-C8416480C9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{FFAC3236-53E1-4606-9BBA-4E5B397A366B}tf16411177_win32</Template>
  <TotalTime>68</TotalTime>
  <Words>51</Words>
  <Application>Microsoft Office PowerPoint</Application>
  <PresentationFormat>Widescreen</PresentationFormat>
  <Paragraphs>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Segoe UI</vt:lpstr>
      <vt:lpstr>Segoe UI Light</vt:lpstr>
      <vt:lpstr>Get Started with 3D</vt:lpstr>
      <vt:lpstr>Computer Devices</vt:lpstr>
      <vt:lpstr>Output Devices</vt:lpstr>
      <vt:lpstr>Storage Devices</vt:lpstr>
      <vt:lpstr>Sounds</vt:lpstr>
      <vt:lpstr>Loud Sounds</vt:lpstr>
      <vt:lpstr>Quiet Sound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syed ashfaq</dc:creator>
  <cp:lastModifiedBy>syed ashfaq</cp:lastModifiedBy>
  <cp:revision>1</cp:revision>
  <dcterms:created xsi:type="dcterms:W3CDTF">2025-11-01T02:38:49Z</dcterms:created>
  <dcterms:modified xsi:type="dcterms:W3CDTF">2025-11-01T03:54:21Z</dcterms:modified>
</cp:coreProperties>
</file>