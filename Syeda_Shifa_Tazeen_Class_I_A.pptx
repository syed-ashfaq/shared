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83" r:id="rId3"/>
    <p:sldId id="288" r:id="rId4"/>
    <p:sldId id="259" r:id="rId5"/>
    <p:sldId id="284" r:id="rId6"/>
    <p:sldId id="285" r:id="rId7"/>
    <p:sldId id="286" r:id="rId8"/>
    <p:sldId id="28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3374D542-6E3E-455F-9BFB-B45891911720}">
          <p14:sldIdLst>
            <p14:sldId id="256"/>
          </p14:sldIdLst>
        </p14:section>
        <p14:section name="Search for 3D Models" id="{6844172C-9703-4DC7-908A-C23538616A3C}">
          <p14:sldIdLst>
            <p14:sldId id="283"/>
            <p14:sldId id="288"/>
            <p14:sldId id="259"/>
            <p14:sldId id="284"/>
            <p14:sldId id="285"/>
            <p14:sldId id="286"/>
            <p14:sldId id="287"/>
          </p14:sldIdLst>
        </p14:section>
        <p14:section name="Insert a 3D Model from a File" id="{66737F24-1C36-4DF4-A00F-927A3F1468AC}">
          <p14:sldIdLst/>
        </p14:section>
        <p14:section name="Position and Rotate Your 3D Model" id="{A08F0015-E7F5-4E26-BBAF-AEE4F9A16AD2}">
          <p14:sldIdLst/>
        </p14:section>
        <p14:section name="Animate Your 3D Model" id="{B62868DA-F525-4AC5-9E3E-39ECA0154BBD}">
          <p14:sldIdLst/>
        </p14:section>
        <p14:section name="Learn More" id="{62756D7E-964E-493A-83A1-13BC0B6B5E47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598" autoAdjust="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yed ashfaq" userId="b947d823dc6420c0" providerId="LiveId" clId="{442621D9-A8A9-4BA9-9DBD-746EACA08945}"/>
    <pc:docChg chg="custSel addSld delSld modSld modSection">
      <pc:chgData name="syed ashfaq" userId="b947d823dc6420c0" providerId="LiveId" clId="{442621D9-A8A9-4BA9-9DBD-746EACA08945}" dt="2025-11-01T04:28:36.055" v="55" actId="1076"/>
      <pc:docMkLst>
        <pc:docMk/>
      </pc:docMkLst>
      <pc:sldChg chg="del">
        <pc:chgData name="syed ashfaq" userId="b947d823dc6420c0" providerId="LiveId" clId="{442621D9-A8A9-4BA9-9DBD-746EACA08945}" dt="2025-11-01T03:24:02.654" v="4" actId="47"/>
        <pc:sldMkLst>
          <pc:docMk/>
          <pc:sldMk cId="3855108150" sldId="257"/>
        </pc:sldMkLst>
      </pc:sldChg>
      <pc:sldChg chg="addSp delSp modSp mod">
        <pc:chgData name="syed ashfaq" userId="b947d823dc6420c0" providerId="LiveId" clId="{442621D9-A8A9-4BA9-9DBD-746EACA08945}" dt="2025-11-01T04:28:36.055" v="55" actId="1076"/>
        <pc:sldMkLst>
          <pc:docMk/>
          <pc:sldMk cId="1728894363" sldId="283"/>
        </pc:sldMkLst>
        <pc:spChg chg="mod">
          <ac:chgData name="syed ashfaq" userId="b947d823dc6420c0" providerId="LiveId" clId="{442621D9-A8A9-4BA9-9DBD-746EACA08945}" dt="2025-11-01T04:27:34.133" v="21" actId="20577"/>
          <ac:spMkLst>
            <pc:docMk/>
            <pc:sldMk cId="1728894363" sldId="283"/>
            <ac:spMk id="2" creationId="{997F39DE-5AC1-8960-B498-1126E05B68B3}"/>
          </ac:spMkLst>
        </pc:spChg>
        <pc:spChg chg="mod">
          <ac:chgData name="syed ashfaq" userId="b947d823dc6420c0" providerId="LiveId" clId="{442621D9-A8A9-4BA9-9DBD-746EACA08945}" dt="2025-11-01T04:28:00.805" v="52" actId="20577"/>
          <ac:spMkLst>
            <pc:docMk/>
            <pc:sldMk cId="1728894363" sldId="283"/>
            <ac:spMk id="4" creationId="{0A31F917-9C53-D39C-2B8C-867897DB64DE}"/>
          </ac:spMkLst>
        </pc:spChg>
        <pc:picChg chg="del">
          <ac:chgData name="syed ashfaq" userId="b947d823dc6420c0" providerId="LiveId" clId="{442621D9-A8A9-4BA9-9DBD-746EACA08945}" dt="2025-11-01T04:28:33.927" v="53" actId="478"/>
          <ac:picMkLst>
            <pc:docMk/>
            <pc:sldMk cId="1728894363" sldId="283"/>
            <ac:picMk id="5" creationId="{CC7C2FF7-76E5-C8D3-F843-292B4A984289}"/>
          </ac:picMkLst>
        </pc:picChg>
        <pc:picChg chg="add mod">
          <ac:chgData name="syed ashfaq" userId="b947d823dc6420c0" providerId="LiveId" clId="{442621D9-A8A9-4BA9-9DBD-746EACA08945}" dt="2025-11-01T04:28:36.055" v="55" actId="1076"/>
          <ac:picMkLst>
            <pc:docMk/>
            <pc:sldMk cId="1728894363" sldId="283"/>
            <ac:picMk id="6" creationId="{F75E31B8-9FDB-89F9-8FEC-F0A1864839BE}"/>
          </ac:picMkLst>
        </pc:picChg>
      </pc:sldChg>
      <pc:sldChg chg="new del">
        <pc:chgData name="syed ashfaq" userId="b947d823dc6420c0" providerId="LiveId" clId="{442621D9-A8A9-4BA9-9DBD-746EACA08945}" dt="2025-11-01T03:54:02.137" v="5" actId="47"/>
        <pc:sldMkLst>
          <pc:docMk/>
          <pc:sldMk cId="1530618052" sldId="288"/>
        </pc:sldMkLst>
      </pc:sldChg>
      <pc:sldChg chg="add">
        <pc:chgData name="syed ashfaq" userId="b947d823dc6420c0" providerId="LiveId" clId="{442621D9-A8A9-4BA9-9DBD-746EACA08945}" dt="2025-11-01T04:27:27.301" v="7"/>
        <pc:sldMkLst>
          <pc:docMk/>
          <pc:sldMk cId="2828196807" sldId="288"/>
        </pc:sldMkLst>
      </pc:sldChg>
      <pc:sldChg chg="new del">
        <pc:chgData name="syed ashfaq" userId="b947d823dc6420c0" providerId="LiveId" clId="{442621D9-A8A9-4BA9-9DBD-746EACA08945}" dt="2025-11-01T03:54:03.951" v="6" actId="47"/>
        <pc:sldMkLst>
          <pc:docMk/>
          <pc:sldMk cId="4057083762" sldId="289"/>
        </pc:sldMkLst>
      </pc:sldChg>
      <pc:sldChg chg="new del">
        <pc:chgData name="syed ashfaq" userId="b947d823dc6420c0" providerId="LiveId" clId="{442621D9-A8A9-4BA9-9DBD-746EACA08945}" dt="2025-11-01T03:24:02.113" v="3" actId="47"/>
        <pc:sldMkLst>
          <pc:docMk/>
          <pc:sldMk cId="3210522115" sldId="2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C3FCC2-4E7A-4671-AA79-177CB194E449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1C38D-F26D-4167-83EF-8774BC62D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50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238323-0ADF-4328-9564-AEB5DFD80DB6}"/>
              </a:ext>
            </a:extLst>
          </p:cNvPr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776FAE-C8F8-44A1-8BC7-9EB948371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33500"/>
            <a:ext cx="9144000" cy="1790700"/>
          </a:xfrm>
        </p:spPr>
        <p:txBody>
          <a:bodyPr vert="horz" lIns="91440" tIns="0" rIns="91440" bIns="0" rtlCol="0" anchor="t" anchorCtr="0">
            <a:noAutofit/>
          </a:bodyPr>
          <a:lstStyle>
            <a:lvl1pPr>
              <a:lnSpc>
                <a:spcPct val="100000"/>
              </a:lnSpc>
              <a:defRPr lang="en-US" sz="48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7900C6-1C2C-4612-8672-356C6DDFDC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28009"/>
            <a:ext cx="9144000" cy="1287675"/>
          </a:xfrm>
        </p:spPr>
        <p:txBody>
          <a:bodyPr vert="horz" lIns="91440" tIns="45720" rIns="91440" bIns="45720" rtlCol="0" anchor="t" anchorCtr="0">
            <a:noAutofit/>
          </a:bodyPr>
          <a:lstStyle>
            <a:lvl1pPr marL="0" indent="0">
              <a:buNone/>
              <a:defRPr lang="en-US" sz="2400" dirty="0">
                <a:solidFill>
                  <a:schemeClr val="bg1"/>
                </a:solidFill>
                <a:latin typeface="+mj-lt"/>
              </a:defRPr>
            </a:lvl1pPr>
          </a:lstStyle>
          <a:p>
            <a:pPr marL="228600" lvl="0" indent="-228600">
              <a:lnSpc>
                <a:spcPct val="150000"/>
              </a:lnSpc>
              <a:spcAft>
                <a:spcPts val="1200"/>
              </a:spcAft>
            </a:pPr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74E620-B44E-41FF-8FA1-D955BD69C0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8" r="13926" b="71478"/>
          <a:stretch/>
        </p:blipFill>
        <p:spPr>
          <a:xfrm>
            <a:off x="342899" y="4546601"/>
            <a:ext cx="11715751" cy="202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14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5A2570-7517-4576-B836-E4E6D3E7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9B673-4507-4B72-871E-001890787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433" y="1604211"/>
            <a:ext cx="10983131" cy="4572752"/>
          </a:xfrm>
        </p:spPr>
        <p:txBody>
          <a:bodyPr/>
          <a:lstStyle>
            <a:lvl1pPr marL="0" indent="0"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B8AB91F-D739-4DD5-859B-B16B125BE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10340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5A2570-7517-4576-B836-E4E6D3E7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9B673-4507-4B72-871E-001890787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433" y="1604211"/>
            <a:ext cx="10983131" cy="4572752"/>
          </a:xfrm>
        </p:spPr>
        <p:txBody>
          <a:bodyPr/>
          <a:lstStyle>
            <a:lvl1pPr marL="0" indent="0"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70BB0-A521-41C6-A0AE-BEE679D2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46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F89203F-46EF-44A2-956A-7FF6AF93BE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1D47175-944E-463B-ABBB-06669A473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0862" y="1507068"/>
            <a:ext cx="3192379" cy="4669896"/>
          </a:xfrm>
        </p:spPr>
        <p:txBody>
          <a:bodyPr anchor="ctr"/>
          <a:lstStyle>
            <a:lvl1pPr marL="0" indent="0" algn="l">
              <a:lnSpc>
                <a:spcPct val="150000"/>
              </a:lnSpc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 algn="l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0725B0-0DB7-41CE-9C4C-39E8D0F632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395537" y="1507068"/>
            <a:ext cx="7143905" cy="4669896"/>
          </a:xfrm>
        </p:spPr>
        <p:txBody>
          <a:bodyPr anchor="ctr"/>
          <a:lstStyle>
            <a:lvl1pPr marL="0" indent="0"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F9E63483-559C-4A6F-B04F-D6C56A3CC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4944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2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017C897-2775-4930-B0BE-BEB724532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8158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258610D-0376-4D1E-8ED8-29382288BB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783"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1C16CD2-606C-441E-BBA3-51767980C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9350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675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5FD28E-AEC9-43B8-86F4-9CD3C41D49D7}"/>
              </a:ext>
            </a:extLst>
          </p:cNvPr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FE014-E3CD-4B9A-A705-F1CADD8F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434" y="448628"/>
            <a:ext cx="10983132" cy="7477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ADE5F7-8A52-43AD-8F30-F13CF5450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C85AE-A002-4BA3-8D90-3960ED0FF8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44E560-77BF-4D1A-B6E7-CD55CE12B1B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03AA5-C732-4ECB-88D6-DAA20E2C1C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80433-CBB5-49C5-B032-5A800E5D0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9379A-16E2-4C4A-96D0-A52C442257E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32A06DA-7FF5-4DDE-94D0-63A83DB241E8}"/>
              </a:ext>
            </a:extLst>
          </p:cNvPr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514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3" r:id="rId3"/>
    <p:sldLayoutId id="2147483652" r:id="rId4"/>
    <p:sldLayoutId id="2147483660" r:id="rId5"/>
    <p:sldLayoutId id="2147483662" r:id="rId6"/>
    <p:sldLayoutId id="2147483661" r:id="rId7"/>
    <p:sldLayoutId id="2147483655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>
          <a:solidFill>
            <a:schemeClr val="bg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F8D61-9318-4DC8-A868-2B1BFDD2B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Computer Devices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22DE6-C2BE-4B53-BC28-C43EBD0052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VIP Internation School, Tolichowki</a:t>
            </a:r>
            <a:br>
              <a:rPr lang="en-US" dirty="0"/>
            </a:br>
            <a:r>
              <a:rPr lang="en-US" dirty="0"/>
              <a:t>Hyderabad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6FA85D-3B0A-4E0C-B8AC-042993910A93}"/>
              </a:ext>
            </a:extLst>
          </p:cNvPr>
          <p:cNvSpPr txBox="1">
            <a:spLocks/>
          </p:cNvSpPr>
          <p:nvPr/>
        </p:nvSpPr>
        <p:spPr>
          <a:xfrm>
            <a:off x="8077762" y="5255593"/>
            <a:ext cx="2447364" cy="49523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kern="1200">
                <a:solidFill>
                  <a:srgbClr val="408E93"/>
                </a:solidFill>
                <a:latin typeface="Agency FB" panose="020B0503020202020204" pitchFamily="34" charset="0"/>
                <a:ea typeface="+mj-ea"/>
                <a:cs typeface="Segoe UI Light" panose="020B0502040204020203" pitchFamily="34" charset="0"/>
              </a:defRPr>
            </a:lvl1pPr>
          </a:lstStyle>
          <a:p>
            <a:pPr>
              <a:spcBef>
                <a:spcPts val="1000"/>
              </a:spcBef>
            </a:pPr>
            <a:endParaRPr lang="en-US" sz="1800" dirty="0">
              <a:solidFill>
                <a:schemeClr val="bg1"/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FE0F52F-ADF1-4011-A51B-92383D0AB7F8}"/>
              </a:ext>
            </a:extLst>
          </p:cNvPr>
          <p:cNvSpPr txBox="1">
            <a:spLocks/>
          </p:cNvSpPr>
          <p:nvPr/>
        </p:nvSpPr>
        <p:spPr>
          <a:xfrm>
            <a:off x="1524000" y="5643034"/>
            <a:ext cx="3760738" cy="10205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kern="1200">
                <a:solidFill>
                  <a:schemeClr val="bg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u="sng" dirty="0"/>
              <a:t>Syeda SHIFA Tazeen</a:t>
            </a:r>
          </a:p>
        </p:txBody>
      </p:sp>
    </p:spTree>
    <p:extLst>
      <p:ext uri="{BB962C8B-B14F-4D97-AF65-F5344CB8AC3E}">
        <p14:creationId xmlns:p14="http://schemas.microsoft.com/office/powerpoint/2010/main" val="2997580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824E9-120C-43C7-0CD4-EFA1AF6F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F39DE-5AC1-8960-B498-1126E05B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Input Devices</a:t>
            </a:r>
          </a:p>
        </p:txBody>
      </p:sp>
      <p:sp>
        <p:nvSpPr>
          <p:cNvPr id="4" name="Text Placeholder 5" descr="2D Slides">
            <a:extLst>
              <a:ext uri="{FF2B5EF4-FFF2-40B4-BE49-F238E27FC236}">
                <a16:creationId xmlns:a16="http://schemas.microsoft.com/office/drawing/2014/main" id="{0A31F917-9C53-D39C-2B8C-867897DB64DE}"/>
              </a:ext>
            </a:extLst>
          </p:cNvPr>
          <p:cNvSpPr txBox="1">
            <a:spLocks/>
          </p:cNvSpPr>
          <p:nvPr/>
        </p:nvSpPr>
        <p:spPr>
          <a:xfrm>
            <a:off x="1382178" y="1452563"/>
            <a:ext cx="3475038" cy="3651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>
                <a:latin typeface="+mj-lt"/>
                <a:ea typeface="+mj-ea"/>
                <a:cs typeface="+mj-cs"/>
              </a:rPr>
              <a:t>Tell to Computer What to do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5E31B8-9FDB-89F9-8FEC-F0A186483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85" y="1817688"/>
            <a:ext cx="5092962" cy="469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894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00310-2B5D-88AB-EB69-6667F2E50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3FA0-D046-B927-77E7-907018FE4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Output Devices</a:t>
            </a:r>
          </a:p>
        </p:txBody>
      </p:sp>
      <p:sp>
        <p:nvSpPr>
          <p:cNvPr id="4" name="Text Placeholder 5" descr="2D Slides">
            <a:extLst>
              <a:ext uri="{FF2B5EF4-FFF2-40B4-BE49-F238E27FC236}">
                <a16:creationId xmlns:a16="http://schemas.microsoft.com/office/drawing/2014/main" id="{5169EBD3-B261-0BBD-B3AC-1F8B81025D06}"/>
              </a:ext>
            </a:extLst>
          </p:cNvPr>
          <p:cNvSpPr txBox="1">
            <a:spLocks/>
          </p:cNvSpPr>
          <p:nvPr/>
        </p:nvSpPr>
        <p:spPr>
          <a:xfrm>
            <a:off x="1382178" y="1452563"/>
            <a:ext cx="3475038" cy="3651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>
                <a:latin typeface="+mj-lt"/>
                <a:ea typeface="+mj-ea"/>
                <a:cs typeface="+mj-cs"/>
              </a:rPr>
              <a:t>Help Computer talk back to 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CB0222-0F65-3860-3D27-13B8FCF9A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0507" y="1894290"/>
            <a:ext cx="5226319" cy="451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196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83D2B2-24CC-41A1-8AC3-EDF2DA2C3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/>
              <a:t>Storage Devices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512B91E-CBE2-F72F-2F80-ACED85864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51" y="1497428"/>
            <a:ext cx="7734698" cy="438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4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890AA-025F-57B0-72BC-540F6C06A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2920-0D2D-C852-6BB0-CA2BD224D0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Sounds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85385D-C56E-E597-0317-934D0BD4F6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Loud Sounds &amp; Quite Sounds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E075E75-F52A-9D1F-A57B-9D627ED56400}"/>
              </a:ext>
            </a:extLst>
          </p:cNvPr>
          <p:cNvSpPr txBox="1">
            <a:spLocks/>
          </p:cNvSpPr>
          <p:nvPr/>
        </p:nvSpPr>
        <p:spPr>
          <a:xfrm>
            <a:off x="8077762" y="5255593"/>
            <a:ext cx="2447364" cy="49523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kern="1200">
                <a:solidFill>
                  <a:srgbClr val="408E93"/>
                </a:solidFill>
                <a:latin typeface="Agency FB" panose="020B0503020202020204" pitchFamily="34" charset="0"/>
                <a:ea typeface="+mj-ea"/>
                <a:cs typeface="Segoe UI Light" panose="020B0502040204020203" pitchFamily="34" charset="0"/>
              </a:defRPr>
            </a:lvl1pPr>
          </a:lstStyle>
          <a:p>
            <a:pPr>
              <a:spcBef>
                <a:spcPts val="1000"/>
              </a:spcBef>
            </a:pPr>
            <a:endParaRPr lang="en-US" sz="1800" dirty="0">
              <a:solidFill>
                <a:schemeClr val="bg1"/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3746231-911B-62A9-7766-D44CF07877B5}"/>
              </a:ext>
            </a:extLst>
          </p:cNvPr>
          <p:cNvSpPr txBox="1">
            <a:spLocks/>
          </p:cNvSpPr>
          <p:nvPr/>
        </p:nvSpPr>
        <p:spPr>
          <a:xfrm>
            <a:off x="1524000" y="5643034"/>
            <a:ext cx="3760738" cy="10205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kern="1200">
                <a:solidFill>
                  <a:schemeClr val="bg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u="sng" dirty="0"/>
              <a:t>Syeda SHIFA Tazeen</a:t>
            </a:r>
          </a:p>
        </p:txBody>
      </p:sp>
    </p:spTree>
    <p:extLst>
      <p:ext uri="{BB962C8B-B14F-4D97-AF65-F5344CB8AC3E}">
        <p14:creationId xmlns:p14="http://schemas.microsoft.com/office/powerpoint/2010/main" val="1764454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36DDD-6972-3B6C-9399-60A523FAA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803E0-A977-A628-178D-4AF191B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Loud Sounds</a:t>
            </a:r>
          </a:p>
        </p:txBody>
      </p:sp>
      <p:sp>
        <p:nvSpPr>
          <p:cNvPr id="4" name="Text Placeholder 5" descr="2D Slides">
            <a:extLst>
              <a:ext uri="{FF2B5EF4-FFF2-40B4-BE49-F238E27FC236}">
                <a16:creationId xmlns:a16="http://schemas.microsoft.com/office/drawing/2014/main" id="{AB941075-393A-E8AC-D7E8-AF50902549A8}"/>
              </a:ext>
            </a:extLst>
          </p:cNvPr>
          <p:cNvSpPr txBox="1">
            <a:spLocks/>
          </p:cNvSpPr>
          <p:nvPr/>
        </p:nvSpPr>
        <p:spPr>
          <a:xfrm>
            <a:off x="1382178" y="1452563"/>
            <a:ext cx="3475038" cy="3651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dirty="0">
                <a:latin typeface="+mj-lt"/>
                <a:ea typeface="+mj-ea"/>
                <a:cs typeface="+mj-cs"/>
              </a:rPr>
              <a:t>Big and Noisy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143AF6-4FF4-E4C4-2CDF-B70B673B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415" y="2073859"/>
            <a:ext cx="2699852" cy="20791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6A42CB-5FB9-FEEC-1DF6-450D35EC5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620" y="1817688"/>
            <a:ext cx="5067560" cy="24067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9903EE-3F62-BB97-2181-642261687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5440" y="4333264"/>
            <a:ext cx="5067560" cy="220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478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27C69-B2C7-E4EA-3961-F44178C08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92601-9D03-E1A4-2389-AA0BBEE6E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Quiet Sound</a:t>
            </a:r>
          </a:p>
        </p:txBody>
      </p:sp>
      <p:sp>
        <p:nvSpPr>
          <p:cNvPr id="4" name="Text Placeholder 5" descr="2D Slides">
            <a:extLst>
              <a:ext uri="{FF2B5EF4-FFF2-40B4-BE49-F238E27FC236}">
                <a16:creationId xmlns:a16="http://schemas.microsoft.com/office/drawing/2014/main" id="{2A5F80E4-1FBE-D088-9B25-CB148009F6FF}"/>
              </a:ext>
            </a:extLst>
          </p:cNvPr>
          <p:cNvSpPr txBox="1">
            <a:spLocks/>
          </p:cNvSpPr>
          <p:nvPr/>
        </p:nvSpPr>
        <p:spPr>
          <a:xfrm>
            <a:off x="1382178" y="1452563"/>
            <a:ext cx="3475038" cy="3651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dirty="0">
                <a:latin typeface="+mj-lt"/>
                <a:ea typeface="+mj-ea"/>
                <a:cs typeface="+mj-cs"/>
              </a:rPr>
              <a:t>Soft and Gentle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FA4AA-745D-8781-DF74-5198E1612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43" y="2002301"/>
            <a:ext cx="1911448" cy="2514729"/>
          </a:xfrm>
          <a:prstGeom prst="rect">
            <a:avLst/>
          </a:prstGeom>
        </p:spPr>
      </p:pic>
      <p:pic>
        <p:nvPicPr>
          <p:cNvPr id="3074" name="Picture 2" descr="QXA598B Large Brown Case Clock With Quiet Sweep">
            <a:extLst>
              <a:ext uri="{FF2B5EF4-FFF2-40B4-BE49-F238E27FC236}">
                <a16:creationId xmlns:a16="http://schemas.microsoft.com/office/drawing/2014/main" id="{25A111E2-5754-FEDA-884C-C80E22CDB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0666" y="2073860"/>
            <a:ext cx="2747164" cy="2747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oman whispering into someone ear telling her something secret. | Premium  Vector">
            <a:extLst>
              <a:ext uri="{FF2B5EF4-FFF2-40B4-BE49-F238E27FC236}">
                <a16:creationId xmlns:a16="http://schemas.microsoft.com/office/drawing/2014/main" id="{9D450E0A-D8A5-B1B4-3887-7355067062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124" y="1516591"/>
            <a:ext cx="4334933" cy="4334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7716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87C3C-D8BC-79C9-0E6F-9285F720F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81820-6BEA-8554-888D-636A39E28A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75EB7B9-F3E2-776F-8580-7AE5A8B75063}"/>
              </a:ext>
            </a:extLst>
          </p:cNvPr>
          <p:cNvSpPr txBox="1">
            <a:spLocks/>
          </p:cNvSpPr>
          <p:nvPr/>
        </p:nvSpPr>
        <p:spPr>
          <a:xfrm>
            <a:off x="8077762" y="5255593"/>
            <a:ext cx="2447364" cy="49523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kern="1200">
                <a:solidFill>
                  <a:srgbClr val="408E93"/>
                </a:solidFill>
                <a:latin typeface="Agency FB" panose="020B0503020202020204" pitchFamily="34" charset="0"/>
                <a:ea typeface="+mj-ea"/>
                <a:cs typeface="Segoe UI Light" panose="020B0502040204020203" pitchFamily="34" charset="0"/>
              </a:defRPr>
            </a:lvl1pPr>
          </a:lstStyle>
          <a:p>
            <a:pPr>
              <a:spcBef>
                <a:spcPts val="1000"/>
              </a:spcBef>
            </a:pPr>
            <a:endParaRPr lang="en-US" sz="1800" dirty="0">
              <a:solidFill>
                <a:schemeClr val="bg1"/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739B2FE-3A21-45A5-F799-CEBF3287ED81}"/>
              </a:ext>
            </a:extLst>
          </p:cNvPr>
          <p:cNvSpPr txBox="1">
            <a:spLocks/>
          </p:cNvSpPr>
          <p:nvPr/>
        </p:nvSpPr>
        <p:spPr>
          <a:xfrm>
            <a:off x="1523999" y="5643034"/>
            <a:ext cx="8263468" cy="10205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kern="1200">
                <a:solidFill>
                  <a:schemeClr val="bg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u="sng" dirty="0"/>
              <a:t>Syeda SHIFA Tazeen </a:t>
            </a:r>
            <a:r>
              <a:rPr lang="bo-CN" sz="4000" dirty="0"/>
              <a:t>‧₊˚❀༉‧₊˚.</a:t>
            </a:r>
            <a:endParaRPr lang="en-US" sz="2800" b="1" u="sng" dirty="0"/>
          </a:p>
        </p:txBody>
      </p:sp>
    </p:spTree>
    <p:extLst>
      <p:ext uri="{BB962C8B-B14F-4D97-AF65-F5344CB8AC3E}">
        <p14:creationId xmlns:p14="http://schemas.microsoft.com/office/powerpoint/2010/main" val="1309562875"/>
      </p:ext>
    </p:extLst>
  </p:cSld>
  <p:clrMapOvr>
    <a:masterClrMapping/>
  </p:clrMapOvr>
</p:sld>
</file>

<file path=ppt/theme/theme1.xml><?xml version="1.0" encoding="utf-8"?>
<a:theme xmlns:a="http://schemas.openxmlformats.org/drawingml/2006/main" name="Get Started with 3D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Autofit/>
      </a:bodyPr>
      <a:lstStyle>
        <a:defPPr marL="0" indent="0" algn="l">
          <a:lnSpc>
            <a:spcPts val="1800"/>
          </a:lnSpc>
          <a:spcAft>
            <a:spcPts val="600"/>
          </a:spcAft>
          <a:buNone/>
          <a:defRPr sz="1200" dirty="0" smtClean="0">
            <a:solidFill>
              <a:prstClr val="black">
                <a:lumMod val="75000"/>
                <a:lumOff val="25000"/>
              </a:prstClr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f16411177_win32_fixed.potx" id="{2BE36628-40A7-4124-9B03-283680FDB08B}" vid="{1F788C18-5B90-4886-BC26-C8416480C9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{FFAC3236-53E1-4606-9BBA-4E5B397A366B}tf16411177_win32</Template>
  <TotalTime>75</TotalTime>
  <Words>59</Words>
  <Application>Microsoft Office PowerPoint</Application>
  <PresentationFormat>Widescreen</PresentationFormat>
  <Paragraphs>17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Segoe UI</vt:lpstr>
      <vt:lpstr>Segoe UI Light</vt:lpstr>
      <vt:lpstr>Get Started with 3D</vt:lpstr>
      <vt:lpstr>Computer Devices</vt:lpstr>
      <vt:lpstr>Input Devices</vt:lpstr>
      <vt:lpstr>Output Devices</vt:lpstr>
      <vt:lpstr>Storage Devices</vt:lpstr>
      <vt:lpstr>Sounds</vt:lpstr>
      <vt:lpstr>Loud Sounds</vt:lpstr>
      <vt:lpstr>Quiet Sound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syed ashfaq</dc:creator>
  <cp:lastModifiedBy>syed ashfaq</cp:lastModifiedBy>
  <cp:revision>1</cp:revision>
  <dcterms:created xsi:type="dcterms:W3CDTF">2025-11-01T02:38:49Z</dcterms:created>
  <dcterms:modified xsi:type="dcterms:W3CDTF">2025-11-01T04:29:01Z</dcterms:modified>
</cp:coreProperties>
</file>