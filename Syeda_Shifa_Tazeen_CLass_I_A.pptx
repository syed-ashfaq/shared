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3" r:id="rId4"/>
    <p:sldId id="259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83"/>
            <p14:sldId id="259"/>
            <p14:sldId id="284"/>
            <p14:sldId id="285"/>
            <p14:sldId id="286"/>
            <p14:sldId id="287"/>
          </p14:sldIdLst>
        </p14:section>
        <p14:section name="Insert a 3D Model from a File" id="{66737F24-1C36-4DF4-A00F-927A3F1468AC}">
          <p14:sldIdLst/>
        </p14:section>
        <p14:section name="Position and Rotate Your 3D Model" id="{A08F0015-E7F5-4E26-BBAF-AEE4F9A16AD2}">
          <p14:sldIdLst/>
        </p14:section>
        <p14:section name="Animate Your 3D Model" id="{B62868DA-F525-4AC5-9E3E-39ECA0154BBD}">
          <p14:sldIdLst/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98" autoAdjust="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VIP Internation School, Tolichowki</a:t>
            </a:r>
            <a:br>
              <a:rPr lang="en-US" dirty="0"/>
            </a:br>
            <a:r>
              <a:rPr lang="en-US" dirty="0"/>
              <a:t>Hyderabad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1524000" y="5643034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Syeda SHIFA Tazeen</a:t>
            </a: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Input Devices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382177" y="1452563"/>
            <a:ext cx="4265089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latin typeface="+mj-lt"/>
                <a:ea typeface="+mj-ea"/>
                <a:cs typeface="+mj-cs"/>
              </a:rPr>
              <a:t>Help us to tell the computer what to do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F5E8F09-BABA-B3FF-B714-322ADF771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08" y="1902763"/>
            <a:ext cx="4940554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24E9-120C-43C7-0CD4-EFA1AF6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39DE-5AC1-8960-B498-1126E05B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Output Devices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0A31F917-9C53-D39C-2B8C-867897DB64DE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latin typeface="+mj-lt"/>
                <a:ea typeface="+mj-ea"/>
                <a:cs typeface="+mj-cs"/>
              </a:rPr>
              <a:t>Help Computer talk back to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C2FF7-76E5-C8D3-F843-292B4A98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07" y="1894290"/>
            <a:ext cx="5226319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9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Storage Devices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12B91E-CBE2-F72F-2F80-ACED8586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51" y="1497428"/>
            <a:ext cx="7734698" cy="4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890AA-025F-57B0-72BC-540F6C06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2920-0D2D-C852-6BB0-CA2BD224D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5385D-C56E-E597-0317-934D0BD4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Loud Sounds &amp; Quite Sounds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075E75-F52A-9D1F-A57B-9D627ED56400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3746231-911B-62A9-7766-D44CF07877B5}"/>
              </a:ext>
            </a:extLst>
          </p:cNvPr>
          <p:cNvSpPr txBox="1">
            <a:spLocks/>
          </p:cNvSpPr>
          <p:nvPr/>
        </p:nvSpPr>
        <p:spPr>
          <a:xfrm>
            <a:off x="1524000" y="5643034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Syeda SHIFA Tazeen</a:t>
            </a:r>
          </a:p>
        </p:txBody>
      </p:sp>
    </p:spTree>
    <p:extLst>
      <p:ext uri="{BB962C8B-B14F-4D97-AF65-F5344CB8AC3E}">
        <p14:creationId xmlns:p14="http://schemas.microsoft.com/office/powerpoint/2010/main" val="176445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6DDD-6972-3B6C-9399-60A523FA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03E0-A977-A628-178D-4AF191B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Loud Sounds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AB941075-393A-E8AC-D7E8-AF50902549A8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latin typeface="+mj-lt"/>
                <a:ea typeface="+mj-ea"/>
                <a:cs typeface="+mj-cs"/>
              </a:rPr>
              <a:t>Big and Noisy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43AF6-4FF4-E4C4-2CDF-B70B673B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15" y="2073859"/>
            <a:ext cx="2699852" cy="2079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6A42CB-5FB9-FEEC-1DF6-450D35EC5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620" y="1817688"/>
            <a:ext cx="5067560" cy="2406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9903EE-3F62-BB97-2181-642261687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440" y="4333264"/>
            <a:ext cx="5067560" cy="22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7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7C69-B2C7-E4EA-3961-F44178C0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2601-9D03-E1A4-2389-AA0BBEE6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Quiet Sound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2A5F80E4-1FBE-D088-9B25-CB148009F6FF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Soft and Gentle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FA4AA-745D-8781-DF74-5198E1612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43" y="2002301"/>
            <a:ext cx="1911448" cy="2514729"/>
          </a:xfrm>
          <a:prstGeom prst="rect">
            <a:avLst/>
          </a:prstGeom>
        </p:spPr>
      </p:pic>
      <p:pic>
        <p:nvPicPr>
          <p:cNvPr id="3074" name="Picture 2" descr="QXA598B Large Brown Case Clock With Quiet Sweep">
            <a:extLst>
              <a:ext uri="{FF2B5EF4-FFF2-40B4-BE49-F238E27FC236}">
                <a16:creationId xmlns:a16="http://schemas.microsoft.com/office/drawing/2014/main" id="{25A111E2-5754-FEDA-884C-C80E22CDB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666" y="2073860"/>
            <a:ext cx="2747164" cy="274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oman whispering into someone ear telling her something secret. | Premium  Vector">
            <a:extLst>
              <a:ext uri="{FF2B5EF4-FFF2-40B4-BE49-F238E27FC236}">
                <a16:creationId xmlns:a16="http://schemas.microsoft.com/office/drawing/2014/main" id="{9D450E0A-D8A5-B1B4-3887-735506706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124" y="1516591"/>
            <a:ext cx="4334933" cy="433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71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7C3C-D8BC-79C9-0E6F-9285F720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1820-6BEA-8554-888D-636A39E28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5EB7B9-F3E2-776F-8580-7AE5A8B7506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39B2FE-3A21-45A5-F799-CEBF3287ED81}"/>
              </a:ext>
            </a:extLst>
          </p:cNvPr>
          <p:cNvSpPr txBox="1">
            <a:spLocks/>
          </p:cNvSpPr>
          <p:nvPr/>
        </p:nvSpPr>
        <p:spPr>
          <a:xfrm>
            <a:off x="1523999" y="5643034"/>
            <a:ext cx="826346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u="sng" dirty="0"/>
              <a:t>Syeda SHIFA Tazeen </a:t>
            </a:r>
            <a:r>
              <a:rPr lang="bo-CN" sz="4000" dirty="0"/>
              <a:t>‧₊˚❀༉‧₊˚.</a:t>
            </a:r>
            <a:endParaRPr lang="en-US" sz="2800" b="1" u="sng" dirty="0"/>
          </a:p>
        </p:txBody>
      </p:sp>
    </p:spTree>
    <p:extLst>
      <p:ext uri="{BB962C8B-B14F-4D97-AF65-F5344CB8AC3E}">
        <p14:creationId xmlns:p14="http://schemas.microsoft.com/office/powerpoint/2010/main" val="1309562875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{FFAC3236-53E1-4606-9BBA-4E5B397A366B}tf16411177_win32</Template>
  <TotalTime>38</TotalTime>
  <Words>62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Get Started with 3D</vt:lpstr>
      <vt:lpstr>Computer Devices</vt:lpstr>
      <vt:lpstr>Input Devices</vt:lpstr>
      <vt:lpstr>Output Devices</vt:lpstr>
      <vt:lpstr>Storage Devices</vt:lpstr>
      <vt:lpstr>Sounds</vt:lpstr>
      <vt:lpstr>Loud Sounds</vt:lpstr>
      <vt:lpstr>Quiet Sound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ashfaq</dc:creator>
  <cp:lastModifiedBy>syed ashfaq</cp:lastModifiedBy>
  <cp:revision>1</cp:revision>
  <dcterms:created xsi:type="dcterms:W3CDTF">2025-11-01T02:38:49Z</dcterms:created>
  <dcterms:modified xsi:type="dcterms:W3CDTF">2025-11-01T03:17:34Z</dcterms:modified>
</cp:coreProperties>
</file>