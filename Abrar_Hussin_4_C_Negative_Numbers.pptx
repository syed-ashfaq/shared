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83" r:id="rId3"/>
    <p:sldId id="259" r:id="rId4"/>
    <p:sldId id="290" r:id="rId5"/>
    <p:sldId id="291" r:id="rId6"/>
    <p:sldId id="289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3374D542-6E3E-455F-9BFB-B45891911720}">
          <p14:sldIdLst>
            <p14:sldId id="256"/>
          </p14:sldIdLst>
        </p14:section>
        <p14:section name="Search for 3D Models" id="{6844172C-9703-4DC7-908A-C23538616A3C}">
          <p14:sldIdLst>
            <p14:sldId id="283"/>
            <p14:sldId id="259"/>
            <p14:sldId id="290"/>
            <p14:sldId id="291"/>
            <p14:sldId id="289"/>
          </p14:sldIdLst>
        </p14:section>
        <p14:section name="Insert a 3D Model from a File" id="{66737F24-1C36-4DF4-A00F-927A3F1468AC}">
          <p14:sldIdLst/>
        </p14:section>
        <p14:section name="Position and Rotate Your 3D Model" id="{A08F0015-E7F5-4E26-BBAF-AEE4F9A16AD2}">
          <p14:sldIdLst/>
        </p14:section>
        <p14:section name="Animate Your 3D Model" id="{B62868DA-F525-4AC5-9E3E-39ECA0154BBD}">
          <p14:sldIdLst/>
        </p14:section>
        <p14:section name="Learn More" id="{62756D7E-964E-493A-83A1-13BC0B6B5E4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598" autoAdjust="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ashfaq" userId="b947d823dc6420c0" providerId="LiveId" clId="{442621D9-A8A9-4BA9-9DBD-746EACA08945}"/>
    <pc:docChg chg="undo custSel addSld delSld modSld modSection">
      <pc:chgData name="syed ashfaq" userId="b947d823dc6420c0" providerId="LiveId" clId="{442621D9-A8A9-4BA9-9DBD-746EACA08945}" dt="2025-11-01T04:41:20.508" v="725" actId="20577"/>
      <pc:docMkLst>
        <pc:docMk/>
      </pc:docMkLst>
      <pc:sldChg chg="modSp mod">
        <pc:chgData name="syed ashfaq" userId="b947d823dc6420c0" providerId="LiveId" clId="{442621D9-A8A9-4BA9-9DBD-746EACA08945}" dt="2025-11-01T04:41:02.188" v="718" actId="313"/>
        <pc:sldMkLst>
          <pc:docMk/>
          <pc:sldMk cId="2997580326" sldId="256"/>
        </pc:sldMkLst>
        <pc:spChg chg="mod">
          <ac:chgData name="syed ashfaq" userId="b947d823dc6420c0" providerId="LiveId" clId="{442621D9-A8A9-4BA9-9DBD-746EACA08945}" dt="2025-11-01T04:41:02.188" v="718" actId="313"/>
          <ac:spMkLst>
            <pc:docMk/>
            <pc:sldMk cId="2997580326" sldId="256"/>
            <ac:spMk id="2" creationId="{15EF8D61-9318-4DC8-A868-2B1BFDD2B2C0}"/>
          </ac:spMkLst>
        </pc:spChg>
        <pc:spChg chg="mod">
          <ac:chgData name="syed ashfaq" userId="b947d823dc6420c0" providerId="LiveId" clId="{442621D9-A8A9-4BA9-9DBD-746EACA08945}" dt="2025-11-01T04:22:12.452" v="415" actId="20577"/>
          <ac:spMkLst>
            <pc:docMk/>
            <pc:sldMk cId="2997580326" sldId="256"/>
            <ac:spMk id="3" creationId="{3C322DE6-C2BE-4B53-BC28-C43EBD0052AA}"/>
          </ac:spMkLst>
        </pc:spChg>
        <pc:spChg chg="mod">
          <ac:chgData name="syed ashfaq" userId="b947d823dc6420c0" providerId="LiveId" clId="{442621D9-A8A9-4BA9-9DBD-746EACA08945}" dt="2025-11-01T03:59:38.057" v="34" actId="20577"/>
          <ac:spMkLst>
            <pc:docMk/>
            <pc:sldMk cId="2997580326" sldId="256"/>
            <ac:spMk id="4" creationId="{0FE0F52F-ADF1-4011-A51B-92383D0AB7F8}"/>
          </ac:spMkLst>
        </pc:spChg>
      </pc:sldChg>
      <pc:sldChg chg="del">
        <pc:chgData name="syed ashfaq" userId="b947d823dc6420c0" providerId="LiveId" clId="{442621D9-A8A9-4BA9-9DBD-746EACA08945}" dt="2025-11-01T03:24:02.654" v="4" actId="47"/>
        <pc:sldMkLst>
          <pc:docMk/>
          <pc:sldMk cId="3855108150" sldId="257"/>
        </pc:sldMkLst>
      </pc:sldChg>
      <pc:sldChg chg="addSp delSp modSp mod">
        <pc:chgData name="syed ashfaq" userId="b947d823dc6420c0" providerId="LiveId" clId="{442621D9-A8A9-4BA9-9DBD-746EACA08945}" dt="2025-11-01T04:38:18.840" v="612" actId="313"/>
        <pc:sldMkLst>
          <pc:docMk/>
          <pc:sldMk cId="1997439054" sldId="259"/>
        </pc:sldMkLst>
        <pc:spChg chg="add mod">
          <ac:chgData name="syed ashfaq" userId="b947d823dc6420c0" providerId="LiveId" clId="{442621D9-A8A9-4BA9-9DBD-746EACA08945}" dt="2025-11-01T04:02:43.900" v="171" actId="21"/>
          <ac:spMkLst>
            <pc:docMk/>
            <pc:sldMk cId="1997439054" sldId="259"/>
            <ac:spMk id="2" creationId="{39480587-23C0-7153-2B4C-B2F9625AFCCA}"/>
          </ac:spMkLst>
        </pc:spChg>
        <pc:spChg chg="mod">
          <ac:chgData name="syed ashfaq" userId="b947d823dc6420c0" providerId="LiveId" clId="{442621D9-A8A9-4BA9-9DBD-746EACA08945}" dt="2025-11-01T04:33:37.191" v="528" actId="20577"/>
          <ac:spMkLst>
            <pc:docMk/>
            <pc:sldMk cId="1997439054" sldId="259"/>
            <ac:spMk id="3" creationId="{F083D2B2-24CC-41A1-8AC3-EDF2DA2C3A20}"/>
          </ac:spMkLst>
        </pc:spChg>
        <pc:spChg chg="add mod">
          <ac:chgData name="syed ashfaq" userId="b947d823dc6420c0" providerId="LiveId" clId="{442621D9-A8A9-4BA9-9DBD-746EACA08945}" dt="2025-11-01T04:38:18.840" v="612" actId="313"/>
          <ac:spMkLst>
            <pc:docMk/>
            <pc:sldMk cId="1997439054" sldId="259"/>
            <ac:spMk id="4" creationId="{57A79A27-4009-BFAD-5289-20FA5CCFF8C2}"/>
          </ac:spMkLst>
        </pc:spChg>
        <pc:spChg chg="add">
          <ac:chgData name="syed ashfaq" userId="b947d823dc6420c0" providerId="LiveId" clId="{442621D9-A8A9-4BA9-9DBD-746EACA08945}" dt="2025-11-01T04:37:16.366" v="593"/>
          <ac:spMkLst>
            <pc:docMk/>
            <pc:sldMk cId="1997439054" sldId="259"/>
            <ac:spMk id="5" creationId="{DEF22D08-235B-AFD1-392E-FCF56E9B3C11}"/>
          </ac:spMkLst>
        </pc:spChg>
        <pc:spChg chg="add">
          <ac:chgData name="syed ashfaq" userId="b947d823dc6420c0" providerId="LiveId" clId="{442621D9-A8A9-4BA9-9DBD-746EACA08945}" dt="2025-11-01T04:37:25.054" v="594"/>
          <ac:spMkLst>
            <pc:docMk/>
            <pc:sldMk cId="1997439054" sldId="259"/>
            <ac:spMk id="6" creationId="{F2744DEA-C18F-77F8-C128-5765D99DFCF2}"/>
          </ac:spMkLst>
        </pc:spChg>
        <pc:picChg chg="add mod">
          <ac:chgData name="syed ashfaq" userId="b947d823dc6420c0" providerId="LiveId" clId="{442621D9-A8A9-4BA9-9DBD-746EACA08945}" dt="2025-11-01T04:37:37.783" v="596" actId="1076"/>
          <ac:picMkLst>
            <pc:docMk/>
            <pc:sldMk cId="1997439054" sldId="259"/>
            <ac:picMk id="8" creationId="{ACFA9A2E-33F1-7757-6FFE-D77F89ECC6C1}"/>
          </ac:picMkLst>
        </pc:picChg>
        <pc:picChg chg="add del">
          <ac:chgData name="syed ashfaq" userId="b947d823dc6420c0" providerId="LiveId" clId="{442621D9-A8A9-4BA9-9DBD-746EACA08945}" dt="2025-11-01T04:37:49.822" v="599" actId="22"/>
          <ac:picMkLst>
            <pc:docMk/>
            <pc:sldMk cId="1997439054" sldId="259"/>
            <ac:picMk id="10" creationId="{ACADA4ED-9949-EEDD-BD2C-A63DB49CF8F0}"/>
          </ac:picMkLst>
        </pc:picChg>
        <pc:picChg chg="del">
          <ac:chgData name="syed ashfaq" userId="b947d823dc6420c0" providerId="LiveId" clId="{442621D9-A8A9-4BA9-9DBD-746EACA08945}" dt="2025-11-01T04:01:12.027" v="125" actId="478"/>
          <ac:picMkLst>
            <pc:docMk/>
            <pc:sldMk cId="1997439054" sldId="259"/>
            <ac:picMk id="15" creationId="{E512B91E-CBE2-F72F-2F80-ACED85864C4B}"/>
          </ac:picMkLst>
        </pc:picChg>
        <pc:picChg chg="add del mod">
          <ac:chgData name="syed ashfaq" userId="b947d823dc6420c0" providerId="LiveId" clId="{442621D9-A8A9-4BA9-9DBD-746EACA08945}" dt="2025-11-01T04:33:45.888" v="529" actId="478"/>
          <ac:picMkLst>
            <pc:docMk/>
            <pc:sldMk cId="1997439054" sldId="259"/>
            <ac:picMk id="2050" creationId="{45C55049-DFA8-B532-A940-8585ACDDBE59}"/>
          </ac:picMkLst>
        </pc:picChg>
      </pc:sldChg>
      <pc:sldChg chg="addSp delSp modSp mod">
        <pc:chgData name="syed ashfaq" userId="b947d823dc6420c0" providerId="LiveId" clId="{442621D9-A8A9-4BA9-9DBD-746EACA08945}" dt="2025-11-01T04:41:20.508" v="725" actId="20577"/>
        <pc:sldMkLst>
          <pc:docMk/>
          <pc:sldMk cId="1728894363" sldId="283"/>
        </pc:sldMkLst>
        <pc:spChg chg="mod">
          <ac:chgData name="syed ashfaq" userId="b947d823dc6420c0" providerId="LiveId" clId="{442621D9-A8A9-4BA9-9DBD-746EACA08945}" dt="2025-11-01T04:32:08.901" v="448" actId="20577"/>
          <ac:spMkLst>
            <pc:docMk/>
            <pc:sldMk cId="1728894363" sldId="283"/>
            <ac:spMk id="2" creationId="{997F39DE-5AC1-8960-B498-1126E05B68B3}"/>
          </ac:spMkLst>
        </pc:spChg>
        <pc:spChg chg="mod">
          <ac:chgData name="syed ashfaq" userId="b947d823dc6420c0" providerId="LiveId" clId="{442621D9-A8A9-4BA9-9DBD-746EACA08945}" dt="2025-11-01T04:41:20.508" v="725" actId="20577"/>
          <ac:spMkLst>
            <pc:docMk/>
            <pc:sldMk cId="1728894363" sldId="283"/>
            <ac:spMk id="4" creationId="{0A31F917-9C53-D39C-2B8C-867897DB64DE}"/>
          </ac:spMkLst>
        </pc:spChg>
        <pc:picChg chg="add mod">
          <ac:chgData name="syed ashfaq" userId="b947d823dc6420c0" providerId="LiveId" clId="{442621D9-A8A9-4BA9-9DBD-746EACA08945}" dt="2025-11-01T04:33:11.173" v="507" actId="14100"/>
          <ac:picMkLst>
            <pc:docMk/>
            <pc:sldMk cId="1728894363" sldId="283"/>
            <ac:picMk id="3" creationId="{B6B2D496-C37B-1293-D81D-F7670BBEE7B2}"/>
          </ac:picMkLst>
        </pc:picChg>
        <pc:picChg chg="del">
          <ac:chgData name="syed ashfaq" userId="b947d823dc6420c0" providerId="LiveId" clId="{442621D9-A8A9-4BA9-9DBD-746EACA08945}" dt="2025-11-01T04:00:16.827" v="97" actId="478"/>
          <ac:picMkLst>
            <pc:docMk/>
            <pc:sldMk cId="1728894363" sldId="283"/>
            <ac:picMk id="5" creationId="{CC7C2FF7-76E5-C8D3-F843-292B4A984289}"/>
          </ac:picMkLst>
        </pc:picChg>
        <pc:picChg chg="add del mod">
          <ac:chgData name="syed ashfaq" userId="b947d823dc6420c0" providerId="LiveId" clId="{442621D9-A8A9-4BA9-9DBD-746EACA08945}" dt="2025-11-01T04:32:10.669" v="449" actId="478"/>
          <ac:picMkLst>
            <pc:docMk/>
            <pc:sldMk cId="1728894363" sldId="283"/>
            <ac:picMk id="1026" creationId="{4DD100AC-BB4A-7611-AE30-443A4AAA22FC}"/>
          </ac:picMkLst>
        </pc:picChg>
      </pc:sldChg>
      <pc:sldChg chg="del">
        <pc:chgData name="syed ashfaq" userId="b947d823dc6420c0" providerId="LiveId" clId="{442621D9-A8A9-4BA9-9DBD-746EACA08945}" dt="2025-11-01T04:03:19.242" v="189" actId="47"/>
        <pc:sldMkLst>
          <pc:docMk/>
          <pc:sldMk cId="1764454126" sldId="284"/>
        </pc:sldMkLst>
      </pc:sldChg>
      <pc:sldChg chg="addSp delSp modSp del mod">
        <pc:chgData name="syed ashfaq" userId="b947d823dc6420c0" providerId="LiveId" clId="{442621D9-A8A9-4BA9-9DBD-746EACA08945}" dt="2025-11-01T04:37:45.521" v="597" actId="47"/>
        <pc:sldMkLst>
          <pc:docMk/>
          <pc:sldMk cId="2855478442" sldId="285"/>
        </pc:sldMkLst>
        <pc:spChg chg="mod">
          <ac:chgData name="syed ashfaq" userId="b947d823dc6420c0" providerId="LiveId" clId="{442621D9-A8A9-4BA9-9DBD-746EACA08945}" dt="2025-11-01T04:03:33.559" v="216" actId="20577"/>
          <ac:spMkLst>
            <pc:docMk/>
            <pc:sldMk cId="2855478442" sldId="285"/>
            <ac:spMk id="2" creationId="{FD3803E0-A977-A628-178D-4AF191BF0BF7}"/>
          </ac:spMkLst>
        </pc:spChg>
        <pc:spChg chg="mod">
          <ac:chgData name="syed ashfaq" userId="b947d823dc6420c0" providerId="LiveId" clId="{442621D9-A8A9-4BA9-9DBD-746EACA08945}" dt="2025-11-01T04:04:47.339" v="254" actId="404"/>
          <ac:spMkLst>
            <pc:docMk/>
            <pc:sldMk cId="2855478442" sldId="285"/>
            <ac:spMk id="4" creationId="{AB941075-393A-E8AC-D7E8-AF50902549A8}"/>
          </ac:spMkLst>
        </pc:spChg>
        <pc:picChg chg="del">
          <ac:chgData name="syed ashfaq" userId="b947d823dc6420c0" providerId="LiveId" clId="{442621D9-A8A9-4BA9-9DBD-746EACA08945}" dt="2025-11-01T04:03:40.048" v="219" actId="478"/>
          <ac:picMkLst>
            <pc:docMk/>
            <pc:sldMk cId="2855478442" sldId="285"/>
            <ac:picMk id="5" creationId="{E4143AF6-4FF4-E4C4-2CDF-B70B673BAA42}"/>
          </ac:picMkLst>
        </pc:picChg>
        <pc:picChg chg="del">
          <ac:chgData name="syed ashfaq" userId="b947d823dc6420c0" providerId="LiveId" clId="{442621D9-A8A9-4BA9-9DBD-746EACA08945}" dt="2025-11-01T04:03:38.216" v="218" actId="478"/>
          <ac:picMkLst>
            <pc:docMk/>
            <pc:sldMk cId="2855478442" sldId="285"/>
            <ac:picMk id="7" creationId="{236A42CB-5FB9-FEEC-1DF6-450D35EC5C73}"/>
          </ac:picMkLst>
        </pc:picChg>
        <pc:picChg chg="del">
          <ac:chgData name="syed ashfaq" userId="b947d823dc6420c0" providerId="LiveId" clId="{442621D9-A8A9-4BA9-9DBD-746EACA08945}" dt="2025-11-01T04:03:36.936" v="217" actId="478"/>
          <ac:picMkLst>
            <pc:docMk/>
            <pc:sldMk cId="2855478442" sldId="285"/>
            <ac:picMk id="9" creationId="{D99903EE-3F62-BB97-2181-64226168742F}"/>
          </ac:picMkLst>
        </pc:picChg>
        <pc:picChg chg="add mod">
          <ac:chgData name="syed ashfaq" userId="b947d823dc6420c0" providerId="LiveId" clId="{442621D9-A8A9-4BA9-9DBD-746EACA08945}" dt="2025-11-01T04:04:43.877" v="253" actId="1076"/>
          <ac:picMkLst>
            <pc:docMk/>
            <pc:sldMk cId="2855478442" sldId="285"/>
            <ac:picMk id="3074" creationId="{F1FCDE2B-7697-A0FC-08F4-8890A5147FEB}"/>
          </ac:picMkLst>
        </pc:picChg>
      </pc:sldChg>
      <pc:sldChg chg="addSp delSp modSp add del mod">
        <pc:chgData name="syed ashfaq" userId="b947d823dc6420c0" providerId="LiveId" clId="{442621D9-A8A9-4BA9-9DBD-746EACA08945}" dt="2025-11-01T04:37:45.521" v="597" actId="47"/>
        <pc:sldMkLst>
          <pc:docMk/>
          <pc:sldMk cId="403093260" sldId="286"/>
        </pc:sldMkLst>
        <pc:spChg chg="mod">
          <ac:chgData name="syed ashfaq" userId="b947d823dc6420c0" providerId="LiveId" clId="{442621D9-A8A9-4BA9-9DBD-746EACA08945}" dt="2025-11-01T04:05:24.738" v="273" actId="20577"/>
          <ac:spMkLst>
            <pc:docMk/>
            <pc:sldMk cId="403093260" sldId="286"/>
            <ac:spMk id="2" creationId="{FEA63BC4-A607-73E7-6CFF-9E663A389D94}"/>
          </ac:spMkLst>
        </pc:spChg>
        <pc:spChg chg="mod">
          <ac:chgData name="syed ashfaq" userId="b947d823dc6420c0" providerId="LiveId" clId="{442621D9-A8A9-4BA9-9DBD-746EACA08945}" dt="2025-11-01T04:06:26.439" v="290" actId="14100"/>
          <ac:spMkLst>
            <pc:docMk/>
            <pc:sldMk cId="403093260" sldId="286"/>
            <ac:spMk id="4" creationId="{44FF495B-83F6-0836-0936-DA048010122F}"/>
          </ac:spMkLst>
        </pc:spChg>
        <pc:picChg chg="del">
          <ac:chgData name="syed ashfaq" userId="b947d823dc6420c0" providerId="LiveId" clId="{442621D9-A8A9-4BA9-9DBD-746EACA08945}" dt="2025-11-01T04:05:29.187" v="274" actId="478"/>
          <ac:picMkLst>
            <pc:docMk/>
            <pc:sldMk cId="403093260" sldId="286"/>
            <ac:picMk id="3074" creationId="{F15EA811-3FA9-F388-5148-FF792F596511}"/>
          </ac:picMkLst>
        </pc:picChg>
        <pc:picChg chg="add mod">
          <ac:chgData name="syed ashfaq" userId="b947d823dc6420c0" providerId="LiveId" clId="{442621D9-A8A9-4BA9-9DBD-746EACA08945}" dt="2025-11-01T04:06:28.612" v="291" actId="1076"/>
          <ac:picMkLst>
            <pc:docMk/>
            <pc:sldMk cId="403093260" sldId="286"/>
            <ac:picMk id="4098" creationId="{6E0491AA-47AF-3702-D72D-3B55FB218AAC}"/>
          </ac:picMkLst>
        </pc:picChg>
      </pc:sldChg>
      <pc:sldChg chg="del">
        <pc:chgData name="syed ashfaq" userId="b947d823dc6420c0" providerId="LiveId" clId="{442621D9-A8A9-4BA9-9DBD-746EACA08945}" dt="2025-11-01T04:05:02.419" v="255" actId="47"/>
        <pc:sldMkLst>
          <pc:docMk/>
          <pc:sldMk cId="2077716103" sldId="286"/>
        </pc:sldMkLst>
      </pc:sldChg>
      <pc:sldChg chg="del">
        <pc:chgData name="syed ashfaq" userId="b947d823dc6420c0" providerId="LiveId" clId="{442621D9-A8A9-4BA9-9DBD-746EACA08945}" dt="2025-11-01T04:05:03.934" v="256" actId="47"/>
        <pc:sldMkLst>
          <pc:docMk/>
          <pc:sldMk cId="1309562875" sldId="287"/>
        </pc:sldMkLst>
      </pc:sldChg>
      <pc:sldChg chg="addSp delSp modSp add del mod">
        <pc:chgData name="syed ashfaq" userId="b947d823dc6420c0" providerId="LiveId" clId="{442621D9-A8A9-4BA9-9DBD-746EACA08945}" dt="2025-11-01T04:37:45.521" v="597" actId="47"/>
        <pc:sldMkLst>
          <pc:docMk/>
          <pc:sldMk cId="1808476251" sldId="287"/>
        </pc:sldMkLst>
        <pc:spChg chg="mod">
          <ac:chgData name="syed ashfaq" userId="b947d823dc6420c0" providerId="LiveId" clId="{442621D9-A8A9-4BA9-9DBD-746EACA08945}" dt="2025-11-01T04:20:26.019" v="409" actId="20577"/>
          <ac:spMkLst>
            <pc:docMk/>
            <pc:sldMk cId="1808476251" sldId="287"/>
            <ac:spMk id="4" creationId="{85C2D3D8-C2D9-CDCA-B69B-21958416E0DE}"/>
          </ac:spMkLst>
        </pc:spChg>
        <pc:picChg chg="del">
          <ac:chgData name="syed ashfaq" userId="b947d823dc6420c0" providerId="LiveId" clId="{442621D9-A8A9-4BA9-9DBD-746EACA08945}" dt="2025-11-01T04:07:49.246" v="320" actId="478"/>
          <ac:picMkLst>
            <pc:docMk/>
            <pc:sldMk cId="1808476251" sldId="287"/>
            <ac:picMk id="4098" creationId="{10DFE5DC-0F95-E738-9C12-562AFB2FC510}"/>
          </ac:picMkLst>
        </pc:picChg>
        <pc:picChg chg="add mod">
          <ac:chgData name="syed ashfaq" userId="b947d823dc6420c0" providerId="LiveId" clId="{442621D9-A8A9-4BA9-9DBD-746EACA08945}" dt="2025-11-01T04:08:29.954" v="322" actId="14100"/>
          <ac:picMkLst>
            <pc:docMk/>
            <pc:sldMk cId="1808476251" sldId="287"/>
            <ac:picMk id="5122" creationId="{03F13EF7-6329-8AE8-AA9A-0CA6ED7AD2A9}"/>
          </ac:picMkLst>
        </pc:picChg>
      </pc:sldChg>
      <pc:sldChg chg="addSp delSp modSp add del mod">
        <pc:chgData name="syed ashfaq" userId="b947d823dc6420c0" providerId="LiveId" clId="{442621D9-A8A9-4BA9-9DBD-746EACA08945}" dt="2025-11-01T04:37:45.521" v="597" actId="47"/>
        <pc:sldMkLst>
          <pc:docMk/>
          <pc:sldMk cId="134813226" sldId="288"/>
        </pc:sldMkLst>
        <pc:spChg chg="mod">
          <ac:chgData name="syed ashfaq" userId="b947d823dc6420c0" providerId="LiveId" clId="{442621D9-A8A9-4BA9-9DBD-746EACA08945}" dt="2025-11-01T04:13:43.100" v="356" actId="1076"/>
          <ac:spMkLst>
            <pc:docMk/>
            <pc:sldMk cId="134813226" sldId="288"/>
            <ac:spMk id="4" creationId="{C6DF5164-85FB-579B-4CB4-C6EA12BA3EE7}"/>
          </ac:spMkLst>
        </pc:spChg>
        <pc:picChg chg="del">
          <ac:chgData name="syed ashfaq" userId="b947d823dc6420c0" providerId="LiveId" clId="{442621D9-A8A9-4BA9-9DBD-746EACA08945}" dt="2025-11-01T04:13:44.303" v="357" actId="478"/>
          <ac:picMkLst>
            <pc:docMk/>
            <pc:sldMk cId="134813226" sldId="288"/>
            <ac:picMk id="4098" creationId="{696E39BF-DC06-58E9-C25A-294AD289B6D6}"/>
          </ac:picMkLst>
        </pc:picChg>
        <pc:picChg chg="add mod">
          <ac:chgData name="syed ashfaq" userId="b947d823dc6420c0" providerId="LiveId" clId="{442621D9-A8A9-4BA9-9DBD-746EACA08945}" dt="2025-11-01T04:13:52.930" v="359" actId="14100"/>
          <ac:picMkLst>
            <pc:docMk/>
            <pc:sldMk cId="134813226" sldId="288"/>
            <ac:picMk id="6146" creationId="{C97AE39E-BC4C-714D-7995-B16528DE730A}"/>
          </ac:picMkLst>
        </pc:picChg>
      </pc:sldChg>
      <pc:sldChg chg="new del">
        <pc:chgData name="syed ashfaq" userId="b947d823dc6420c0" providerId="LiveId" clId="{442621D9-A8A9-4BA9-9DBD-746EACA08945}" dt="2025-11-01T03:54:02.137" v="5" actId="47"/>
        <pc:sldMkLst>
          <pc:docMk/>
          <pc:sldMk cId="1530618052" sldId="288"/>
        </pc:sldMkLst>
      </pc:sldChg>
      <pc:sldChg chg="delSp modSp add mod">
        <pc:chgData name="syed ashfaq" userId="b947d823dc6420c0" providerId="LiveId" clId="{442621D9-A8A9-4BA9-9DBD-746EACA08945}" dt="2025-11-01T04:30:53.782" v="416" actId="478"/>
        <pc:sldMkLst>
          <pc:docMk/>
          <pc:sldMk cId="1687057895" sldId="289"/>
        </pc:sldMkLst>
        <pc:spChg chg="mod">
          <ac:chgData name="syed ashfaq" userId="b947d823dc6420c0" providerId="LiveId" clId="{442621D9-A8A9-4BA9-9DBD-746EACA08945}" dt="2025-11-01T04:19:22.641" v="397" actId="20577"/>
          <ac:spMkLst>
            <pc:docMk/>
            <pc:sldMk cId="1687057895" sldId="289"/>
            <ac:spMk id="2" creationId="{F131F0B1-D753-5F8E-CA70-91B617C5CB58}"/>
          </ac:spMkLst>
        </pc:spChg>
        <pc:spChg chg="del mod">
          <ac:chgData name="syed ashfaq" userId="b947d823dc6420c0" providerId="LiveId" clId="{442621D9-A8A9-4BA9-9DBD-746EACA08945}" dt="2025-11-01T04:30:53.782" v="416" actId="478"/>
          <ac:spMkLst>
            <pc:docMk/>
            <pc:sldMk cId="1687057895" sldId="289"/>
            <ac:spMk id="3" creationId="{93AADD64-E58C-3337-6B69-A9425D1D9142}"/>
          </ac:spMkLst>
        </pc:spChg>
      </pc:sldChg>
      <pc:sldChg chg="new del">
        <pc:chgData name="syed ashfaq" userId="b947d823dc6420c0" providerId="LiveId" clId="{442621D9-A8A9-4BA9-9DBD-746EACA08945}" dt="2025-11-01T03:54:03.951" v="6" actId="47"/>
        <pc:sldMkLst>
          <pc:docMk/>
          <pc:sldMk cId="4057083762" sldId="289"/>
        </pc:sldMkLst>
      </pc:sldChg>
      <pc:sldChg chg="new del">
        <pc:chgData name="syed ashfaq" userId="b947d823dc6420c0" providerId="LiveId" clId="{442621D9-A8A9-4BA9-9DBD-746EACA08945}" dt="2025-11-01T03:24:02.113" v="3" actId="47"/>
        <pc:sldMkLst>
          <pc:docMk/>
          <pc:sldMk cId="3210522115" sldId="290"/>
        </pc:sldMkLst>
      </pc:sldChg>
      <pc:sldChg chg="addSp delSp modSp add mod">
        <pc:chgData name="syed ashfaq" userId="b947d823dc6420c0" providerId="LiveId" clId="{442621D9-A8A9-4BA9-9DBD-746EACA08945}" dt="2025-11-01T04:39:13.343" v="616" actId="1076"/>
        <pc:sldMkLst>
          <pc:docMk/>
          <pc:sldMk cId="4212571199" sldId="290"/>
        </pc:sldMkLst>
        <pc:spChg chg="mod">
          <ac:chgData name="syed ashfaq" userId="b947d823dc6420c0" providerId="LiveId" clId="{442621D9-A8A9-4BA9-9DBD-746EACA08945}" dt="2025-11-01T04:38:14.861" v="611" actId="14100"/>
          <ac:spMkLst>
            <pc:docMk/>
            <pc:sldMk cId="4212571199" sldId="290"/>
            <ac:spMk id="4" creationId="{44EA2E32-3475-5CB8-9DD8-6EC17F3AAB9B}"/>
          </ac:spMkLst>
        </pc:spChg>
        <pc:picChg chg="del">
          <ac:chgData name="syed ashfaq" userId="b947d823dc6420c0" providerId="LiveId" clId="{442621D9-A8A9-4BA9-9DBD-746EACA08945}" dt="2025-11-01T04:39:07.904" v="613" actId="478"/>
          <ac:picMkLst>
            <pc:docMk/>
            <pc:sldMk cId="4212571199" sldId="290"/>
            <ac:picMk id="8" creationId="{04C337AD-6275-6D5A-76CF-91624B775593}"/>
          </ac:picMkLst>
        </pc:picChg>
        <pc:picChg chg="add mod">
          <ac:chgData name="syed ashfaq" userId="b947d823dc6420c0" providerId="LiveId" clId="{442621D9-A8A9-4BA9-9DBD-746EACA08945}" dt="2025-11-01T04:39:13.343" v="616" actId="1076"/>
          <ac:picMkLst>
            <pc:docMk/>
            <pc:sldMk cId="4212571199" sldId="290"/>
            <ac:picMk id="3074" creationId="{EF756411-829C-B1A1-F368-ECE1881A4565}"/>
          </ac:picMkLst>
        </pc:picChg>
      </pc:sldChg>
      <pc:sldChg chg="delSp modSp add mod">
        <pc:chgData name="syed ashfaq" userId="b947d823dc6420c0" providerId="LiveId" clId="{442621D9-A8A9-4BA9-9DBD-746EACA08945}" dt="2025-11-01T04:40:38.769" v="717" actId="20577"/>
        <pc:sldMkLst>
          <pc:docMk/>
          <pc:sldMk cId="3709716122" sldId="291"/>
        </pc:sldMkLst>
        <pc:spChg chg="del mod">
          <ac:chgData name="syed ashfaq" userId="b947d823dc6420c0" providerId="LiveId" clId="{442621D9-A8A9-4BA9-9DBD-746EACA08945}" dt="2025-11-01T04:39:50.953" v="620" actId="478"/>
          <ac:spMkLst>
            <pc:docMk/>
            <pc:sldMk cId="3709716122" sldId="291"/>
            <ac:spMk id="2" creationId="{464588ED-2FBA-3512-4C9F-B81DAE5B7FAA}"/>
          </ac:spMkLst>
        </pc:spChg>
        <pc:spChg chg="mod">
          <ac:chgData name="syed ashfaq" userId="b947d823dc6420c0" providerId="LiveId" clId="{442621D9-A8A9-4BA9-9DBD-746EACA08945}" dt="2025-11-01T04:40:38.769" v="717" actId="20577"/>
          <ac:spMkLst>
            <pc:docMk/>
            <pc:sldMk cId="3709716122" sldId="291"/>
            <ac:spMk id="4" creationId="{7BC7CA69-EEFE-CA5E-CFA6-B9DAD0A43F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3FCC2-4E7A-4671-AA79-177CB194E44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1C38D-F26D-4167-83EF-8774BC62D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50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3238323-0ADF-4328-9564-AEB5DFD80DB6}"/>
              </a:ext>
            </a:extLst>
          </p:cNvPr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776FAE-C8F8-44A1-8BC7-9EB948371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33500"/>
            <a:ext cx="9144000" cy="1790700"/>
          </a:xfrm>
        </p:spPr>
        <p:txBody>
          <a:bodyPr vert="horz" lIns="91440" tIns="0" rIns="91440" bIns="0" rtlCol="0" anchor="t" anchorCtr="0">
            <a:noAutofit/>
          </a:bodyPr>
          <a:lstStyle>
            <a:lvl1pPr>
              <a:lnSpc>
                <a:spcPct val="100000"/>
              </a:lnSpc>
              <a:defRPr lang="en-US" sz="480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900C6-1C2C-4612-8672-356C6DDFDC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8009"/>
            <a:ext cx="9144000" cy="1287675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lang="en-US" sz="2400" dirty="0">
                <a:solidFill>
                  <a:schemeClr val="bg1"/>
                </a:solidFill>
                <a:latin typeface="+mj-lt"/>
              </a:defRPr>
            </a:lvl1pPr>
          </a:lstStyle>
          <a:p>
            <a:pPr marL="228600" lvl="0" indent="-228600">
              <a:lnSpc>
                <a:spcPct val="150000"/>
              </a:lnSpc>
              <a:spcAft>
                <a:spcPts val="1200"/>
              </a:spcAft>
            </a:pPr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74E620-B44E-41FF-8FA1-D955BD69C0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8" r="13926" b="71478"/>
          <a:stretch/>
        </p:blipFill>
        <p:spPr>
          <a:xfrm>
            <a:off x="342899" y="4546601"/>
            <a:ext cx="11715751" cy="2025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46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B8AB91F-D739-4DD5-859B-B16B125BE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034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45A2570-7517-4576-B836-E4E6D3E74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9B673-4507-4B72-871E-001890787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433" y="1604211"/>
            <a:ext cx="10983131" cy="4572752"/>
          </a:xfrm>
        </p:spPr>
        <p:txBody>
          <a:bodyPr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E770BB0-A521-41C6-A0AE-BEE679D2A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465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F89203F-46EF-44A2-956A-7FF6AF93BE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1D47175-944E-463B-ABBB-06669A4739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2" y="1507068"/>
            <a:ext cx="3192379" cy="4669896"/>
          </a:xfrm>
        </p:spPr>
        <p:txBody>
          <a:bodyPr anchor="ctr"/>
          <a:lstStyle>
            <a:lvl1pPr marL="0" indent="0" algn="l">
              <a:lnSpc>
                <a:spcPct val="150000"/>
              </a:lnSpc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 algn="l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40725B0-0DB7-41CE-9C4C-39E8D0F6325E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95537" y="1507068"/>
            <a:ext cx="7143905" cy="4669896"/>
          </a:xfrm>
        </p:spPr>
        <p:txBody>
          <a:bodyPr anchor="ctr"/>
          <a:lstStyle>
            <a:lvl1pPr marL="0" indent="0"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401638" indent="7938"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/>
            </a:lvl2pPr>
            <a:lvl3pPr marL="1143000" indent="-228600">
              <a:buFont typeface="Segoe UI" panose="020B0502040204020203" pitchFamily="34" charset="0"/>
              <a:buChar char=" "/>
              <a:defRPr/>
            </a:lvl3pPr>
            <a:lvl4pPr marL="1600200" indent="-228600">
              <a:buFont typeface="Segoe UI" panose="020B0502040204020203" pitchFamily="34" charset="0"/>
              <a:buChar char=" "/>
              <a:defRPr/>
            </a:lvl4pPr>
            <a:lvl5pPr marL="2057400" indent="-22860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F9E63483-559C-4A6F-B04F-D6C56A3CC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494445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Click to 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82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0017C897-2775-4930-B0BE-BEB72453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481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D258610D-0376-4D1E-8ED8-29382288B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1783" t="-3"/>
          <a:stretch/>
        </p:blipFill>
        <p:spPr>
          <a:xfrm>
            <a:off x="269032" y="4801396"/>
            <a:ext cx="11653936" cy="178622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C16CD2-606C-441E-BBA3-51767980C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935017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76675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D5FD28E-AEC9-43B8-86F4-9CD3C41D49D7}"/>
              </a:ext>
            </a:extLst>
          </p:cNvPr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AFE014-E3CD-4B9A-A705-F1CADD8F4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4434" y="448628"/>
            <a:ext cx="10983132" cy="7477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ADE5F7-8A52-43AD-8F30-F13CF545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C85AE-A002-4BA3-8D90-3960ED0FF8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44E560-77BF-4D1A-B6E7-CD55CE12B1B8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03AA5-C732-4ECB-88D6-DAA20E2C1C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80433-CBB5-49C5-B032-5A800E5D09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9379A-16E2-4C4A-96D0-A52C442257E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32A06DA-7FF5-4DDE-94D0-63A83DB241E8}"/>
              </a:ext>
            </a:extLst>
          </p:cNvPr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51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2" r:id="rId4"/>
    <p:sldLayoutId id="2147483660" r:id="rId5"/>
    <p:sldLayoutId id="2147483662" r:id="rId6"/>
    <p:sldLayoutId id="2147483661" r:id="rId7"/>
    <p:sldLayoutId id="2147483655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>
          <a:solidFill>
            <a:schemeClr val="bg2">
              <a:lumMod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8D61-9318-4DC8-A868-2B1BFDD2B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Negative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22DE6-C2BE-4B53-BC28-C43EBD005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VIP Internation School, Tolichowki</a:t>
            </a:r>
            <a:br>
              <a:rPr lang="en-US" dirty="0"/>
            </a:br>
            <a:r>
              <a:rPr lang="en-US" dirty="0"/>
              <a:t>Hyderabad INDIA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6FA85D-3B0A-4E0C-B8AC-042993910A93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FE0F52F-ADF1-4011-A51B-92383D0AB7F8}"/>
              </a:ext>
            </a:extLst>
          </p:cNvPr>
          <p:cNvSpPr txBox="1">
            <a:spLocks/>
          </p:cNvSpPr>
          <p:nvPr/>
        </p:nvSpPr>
        <p:spPr>
          <a:xfrm>
            <a:off x="1524000" y="5643034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Syed ABRAR Hussain</a:t>
            </a:r>
          </a:p>
        </p:txBody>
      </p:sp>
    </p:spTree>
    <p:extLst>
      <p:ext uri="{BB962C8B-B14F-4D97-AF65-F5344CB8AC3E}">
        <p14:creationId xmlns:p14="http://schemas.microsoft.com/office/powerpoint/2010/main" val="299758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824E9-120C-43C7-0CD4-EFA1AF6F1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F39DE-5AC1-8960-B498-1126E05B6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Definition</a:t>
            </a:r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0A31F917-9C53-D39C-2B8C-867897DB64DE}"/>
              </a:ext>
            </a:extLst>
          </p:cNvPr>
          <p:cNvSpPr txBox="1">
            <a:spLocks/>
          </p:cNvSpPr>
          <p:nvPr/>
        </p:nvSpPr>
        <p:spPr>
          <a:xfrm>
            <a:off x="541866" y="1537229"/>
            <a:ext cx="3725333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+mj-lt"/>
                <a:ea typeface="+mj-ea"/>
                <a:cs typeface="+mj-cs"/>
              </a:rPr>
              <a:t>Real Number which is less than Zero</a:t>
            </a:r>
          </a:p>
        </p:txBody>
      </p:sp>
      <p:pic>
        <p:nvPicPr>
          <p:cNvPr id="3" name="Picture 2" descr="Negative Numbers - GeeksforGeeks">
            <a:extLst>
              <a:ext uri="{FF2B5EF4-FFF2-40B4-BE49-F238E27FC236}">
                <a16:creationId xmlns:a16="http://schemas.microsoft.com/office/drawing/2014/main" id="{B6B2D496-C37B-1293-D81D-F7670BBEE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33" y="2334155"/>
            <a:ext cx="9191500" cy="423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889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083D2B2-24CC-41A1-8AC3-EDF2DA2C3A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Negative Number Usage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9480587-23C0-7153-2B4C-B2F9625AFCCA}"/>
              </a:ext>
            </a:extLst>
          </p:cNvPr>
          <p:cNvSpPr txBox="1">
            <a:spLocks/>
          </p:cNvSpPr>
          <p:nvPr/>
        </p:nvSpPr>
        <p:spPr>
          <a:xfrm>
            <a:off x="604434" y="1608667"/>
            <a:ext cx="10596966" cy="4800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sz="4000" dirty="0"/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57A79A27-4009-BFAD-5289-20FA5CCFF8C2}"/>
              </a:ext>
            </a:extLst>
          </p:cNvPr>
          <p:cNvSpPr txBox="1">
            <a:spLocks/>
          </p:cNvSpPr>
          <p:nvPr/>
        </p:nvSpPr>
        <p:spPr>
          <a:xfrm>
            <a:off x="541867" y="1537229"/>
            <a:ext cx="1413934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+mj-lt"/>
                <a:ea typeface="+mj-ea"/>
                <a:cs typeface="+mj-cs"/>
              </a:rPr>
              <a:t>Temperature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FA9A2E-33F1-7757-6FFE-D77F89ECC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702" y="2314630"/>
            <a:ext cx="3810196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439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94E30-5C46-AAC4-4ADC-E21BBFC39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F3DC03-88DA-D877-FF6F-12CCAE788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Negative Number Usage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6A65B752-2973-EC1F-FD52-D1F234A3E34B}"/>
              </a:ext>
            </a:extLst>
          </p:cNvPr>
          <p:cNvSpPr txBox="1">
            <a:spLocks/>
          </p:cNvSpPr>
          <p:nvPr/>
        </p:nvSpPr>
        <p:spPr>
          <a:xfrm>
            <a:off x="604434" y="1608667"/>
            <a:ext cx="10596966" cy="48007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200"/>
              </a:spcAft>
              <a:buSzPct val="25000"/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1638" indent="7938" algn="l" defTabSz="914400" rtl="0" eaLnBrk="1" latinLnBrk="0" hangingPunct="1">
              <a:lnSpc>
                <a:spcPct val="90000"/>
              </a:lnSpc>
              <a:spcBef>
                <a:spcPts val="600"/>
              </a:spcBef>
              <a:spcAft>
                <a:spcPts val="1200"/>
              </a:spcAft>
              <a:buFont typeface="Segoe UI" panose="020B0502040204020203" pitchFamily="34" charset="0"/>
              <a:buChar char=" 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egoe UI" panose="020B0502040204020203" pitchFamily="34" charset="0"/>
              <a:buChar char=" 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endParaRPr lang="en-US" sz="4000" dirty="0"/>
          </a:p>
        </p:txBody>
      </p:sp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44EA2E32-3475-5CB8-9DD8-6EC17F3AAB9B}"/>
              </a:ext>
            </a:extLst>
          </p:cNvPr>
          <p:cNvSpPr txBox="1">
            <a:spLocks/>
          </p:cNvSpPr>
          <p:nvPr/>
        </p:nvSpPr>
        <p:spPr>
          <a:xfrm>
            <a:off x="541867" y="1537229"/>
            <a:ext cx="1845734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+mj-lt"/>
                <a:ea typeface="+mj-ea"/>
                <a:cs typeface="+mj-cs"/>
              </a:rPr>
              <a:t>Elevators</a:t>
            </a:r>
          </a:p>
        </p:txBody>
      </p:sp>
      <p:pic>
        <p:nvPicPr>
          <p:cNvPr id="3074" name="Picture 2" descr="The elevator I just used has negative floor numbers : r/mildlyinteresting">
            <a:extLst>
              <a:ext uri="{FF2B5EF4-FFF2-40B4-BE49-F238E27FC236}">
                <a16:creationId xmlns:a16="http://schemas.microsoft.com/office/drawing/2014/main" id="{EF756411-829C-B1A1-F368-ECE1881A45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8" y="1425274"/>
            <a:ext cx="3875617" cy="5167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57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6F5C-E525-4C07-A87C-E8D064FF3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5" descr="2D Slides">
            <a:extLst>
              <a:ext uri="{FF2B5EF4-FFF2-40B4-BE49-F238E27FC236}">
                <a16:creationId xmlns:a16="http://schemas.microsoft.com/office/drawing/2014/main" id="{7BC7CA69-EEFE-CA5E-CFA6-B9DAD0A43F21}"/>
              </a:ext>
            </a:extLst>
          </p:cNvPr>
          <p:cNvSpPr txBox="1">
            <a:spLocks/>
          </p:cNvSpPr>
          <p:nvPr/>
        </p:nvSpPr>
        <p:spPr>
          <a:xfrm>
            <a:off x="541866" y="1537229"/>
            <a:ext cx="8128001" cy="3651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 dirty="0">
                <a:latin typeface="+mj-lt"/>
                <a:ea typeface="+mj-ea"/>
                <a:cs typeface="+mj-cs"/>
              </a:rPr>
              <a:t>Number left of Zero is negative and right of Zero are positive</a:t>
            </a:r>
            <a:br>
              <a:rPr lang="en-US" sz="1800" b="1" dirty="0">
                <a:latin typeface="+mj-lt"/>
                <a:ea typeface="+mj-ea"/>
                <a:cs typeface="+mj-cs"/>
              </a:rPr>
            </a:br>
            <a:r>
              <a:rPr lang="en-US" sz="1800" b="1" dirty="0">
                <a:latin typeface="+mj-lt"/>
                <a:ea typeface="+mj-ea"/>
                <a:cs typeface="+mj-cs"/>
              </a:rPr>
              <a:t>Zero is in the middle</a:t>
            </a:r>
          </a:p>
        </p:txBody>
      </p:sp>
      <p:pic>
        <p:nvPicPr>
          <p:cNvPr id="3" name="Picture 2" descr="Negative Numbers - GeeksforGeeks">
            <a:extLst>
              <a:ext uri="{FF2B5EF4-FFF2-40B4-BE49-F238E27FC236}">
                <a16:creationId xmlns:a16="http://schemas.microsoft.com/office/drawing/2014/main" id="{0D2506AD-C478-5BAF-1E11-F1226965D5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233" y="2334155"/>
            <a:ext cx="9191500" cy="4231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97161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0EA1C-7CDF-3FDC-FF79-B658FCF2F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1F0B1-D753-5F8E-CA70-91B617C5CB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br>
              <a:rPr lang="en-US" dirty="0"/>
            </a:br>
            <a:r>
              <a:rPr lang="en-US" dirty="0"/>
              <a:t>EVERYONE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4954EFF-8E9A-F5CC-A56F-922A8A2DF8C2}"/>
              </a:ext>
            </a:extLst>
          </p:cNvPr>
          <p:cNvSpPr txBox="1">
            <a:spLocks/>
          </p:cNvSpPr>
          <p:nvPr/>
        </p:nvSpPr>
        <p:spPr>
          <a:xfrm>
            <a:off x="8077762" y="5255593"/>
            <a:ext cx="2447364" cy="49523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600" kern="1200">
                <a:solidFill>
                  <a:srgbClr val="408E93"/>
                </a:solidFill>
                <a:latin typeface="Agency FB" panose="020B0503020202020204" pitchFamily="34" charset="0"/>
                <a:ea typeface="+mj-ea"/>
                <a:cs typeface="Segoe UI Light" panose="020B0502040204020203" pitchFamily="34" charset="0"/>
              </a:defRPr>
            </a:lvl1pPr>
          </a:lstStyle>
          <a:p>
            <a:pPr>
              <a:spcBef>
                <a:spcPts val="1000"/>
              </a:spcBef>
            </a:pPr>
            <a:endParaRPr lang="en-US" sz="1800" dirty="0">
              <a:solidFill>
                <a:schemeClr val="bg1"/>
              </a:solidFill>
              <a:latin typeface="+mj-lt"/>
              <a:ea typeface="+mn-ea"/>
              <a:cs typeface="+mn-cs"/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8976523-648C-6FB8-9A26-37CCF7C4AFB8}"/>
              </a:ext>
            </a:extLst>
          </p:cNvPr>
          <p:cNvSpPr txBox="1">
            <a:spLocks/>
          </p:cNvSpPr>
          <p:nvPr/>
        </p:nvSpPr>
        <p:spPr>
          <a:xfrm>
            <a:off x="1524000" y="5643034"/>
            <a:ext cx="3760738" cy="102056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kern="1200">
                <a:solidFill>
                  <a:schemeClr val="bg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/>
              <a:t>Syed ABRAR Hussain</a:t>
            </a:r>
          </a:p>
        </p:txBody>
      </p:sp>
    </p:spTree>
    <p:extLst>
      <p:ext uri="{BB962C8B-B14F-4D97-AF65-F5344CB8AC3E}">
        <p14:creationId xmlns:p14="http://schemas.microsoft.com/office/powerpoint/2010/main" val="1687057895"/>
      </p:ext>
    </p:extLst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f16411177_win32_fixed.potx" id="{2BE36628-40A7-4124-9B03-283680FDB08B}" vid="{1F788C18-5B90-4886-BC26-C8416480C9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{FFAC3236-53E1-4606-9BBA-4E5B397A366B}tf16411177_win32</Template>
  <TotalTime>106</TotalTime>
  <Words>54</Words>
  <Application>Microsoft Office PowerPoint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Segoe UI</vt:lpstr>
      <vt:lpstr>Segoe UI Light</vt:lpstr>
      <vt:lpstr>Get Started with 3D</vt:lpstr>
      <vt:lpstr>Negative Numbers</vt:lpstr>
      <vt:lpstr>Definition</vt:lpstr>
      <vt:lpstr>Negative Number Usage</vt:lpstr>
      <vt:lpstr>Negative Number Usage</vt:lpstr>
      <vt:lpstr>PowerPoint Presentation</vt:lpstr>
      <vt:lpstr>Thank you EVERYONE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syed ashfaq</dc:creator>
  <cp:lastModifiedBy>syed ashfaq</cp:lastModifiedBy>
  <cp:revision>1</cp:revision>
  <dcterms:created xsi:type="dcterms:W3CDTF">2025-11-01T02:38:49Z</dcterms:created>
  <dcterms:modified xsi:type="dcterms:W3CDTF">2025-11-01T04:41:39Z</dcterms:modified>
</cp:coreProperties>
</file>